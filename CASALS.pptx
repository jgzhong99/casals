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571" r:id="rId3"/>
    <p:sldId id="572" r:id="rId4"/>
    <p:sldId id="575" r:id="rId5"/>
    <p:sldId id="573" r:id="rId6"/>
    <p:sldId id="574" r:id="rId7"/>
    <p:sldId id="576" r:id="rId8"/>
    <p:sldId id="577" r:id="rId9"/>
    <p:sldId id="578" r:id="rId10"/>
    <p:sldId id="579" r:id="rId11"/>
    <p:sldId id="580" r:id="rId12"/>
    <p:sldId id="581" r:id="rId13"/>
    <p:sldId id="582" r:id="rId14"/>
    <p:sldId id="583" r:id="rId15"/>
    <p:sldId id="584" r:id="rId16"/>
    <p:sldId id="585" r:id="rId1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DC5C8E-FE77-4A1D-996F-C5C763F2A40F}">
          <p14:sldIdLst>
            <p14:sldId id="256"/>
            <p14:sldId id="571"/>
            <p14:sldId id="572"/>
            <p14:sldId id="575"/>
            <p14:sldId id="573"/>
            <p14:sldId id="574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101"/>
    <a:srgbClr val="FFE1E1"/>
    <a:srgbClr val="FEC3B7"/>
    <a:srgbClr val="0000FF"/>
    <a:srgbClr val="03E103"/>
    <a:srgbClr val="FF0000"/>
    <a:srgbClr val="A1F7B1"/>
    <a:srgbClr val="4272C4"/>
    <a:srgbClr val="FF0006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6E7300-551A-400E-AC79-29508D0CD67F}" v="47" dt="2026-02-08T15:59:14.8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552" autoAdjust="0"/>
  </p:normalViewPr>
  <p:slideViewPr>
    <p:cSldViewPr snapToGrid="0">
      <p:cViewPr varScale="1">
        <p:scale>
          <a:sx n="107" d="100"/>
          <a:sy n="107" d="100"/>
        </p:scale>
        <p:origin x="63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geng Zhong" userId="b52c9415-1ab4-4841-99d2-946641921277" providerId="ADAL" clId="{8EC3C21B-848A-4780-93CD-51C3A3128A88}"/>
    <pc:docChg chg="undo custSel addSld delSld modSld sldOrd modSection">
      <pc:chgData name="Jiageng Zhong" userId="b52c9415-1ab4-4841-99d2-946641921277" providerId="ADAL" clId="{8EC3C21B-848A-4780-93CD-51C3A3128A88}" dt="2026-02-08T15:59:47.806" v="502" actId="2711"/>
      <pc:docMkLst>
        <pc:docMk/>
      </pc:docMkLst>
      <pc:sldChg chg="modSp mod">
        <pc:chgData name="Jiageng Zhong" userId="b52c9415-1ab4-4841-99d2-946641921277" providerId="ADAL" clId="{8EC3C21B-848A-4780-93CD-51C3A3128A88}" dt="2026-02-08T13:42:40.818" v="18" actId="20577"/>
        <pc:sldMkLst>
          <pc:docMk/>
          <pc:sldMk cId="0" sldId="256"/>
        </pc:sldMkLst>
        <pc:spChg chg="mod">
          <ac:chgData name="Jiageng Zhong" userId="b52c9415-1ab4-4841-99d2-946641921277" providerId="ADAL" clId="{8EC3C21B-848A-4780-93CD-51C3A3128A88}" dt="2026-02-08T13:42:40.818" v="18" actId="20577"/>
          <ac:spMkLst>
            <pc:docMk/>
            <pc:sldMk cId="0" sldId="256"/>
            <ac:spMk id="2" creationId="{00000000-0000-0000-0000-000000000000}"/>
          </ac:spMkLst>
        </pc:spChg>
      </pc:sldChg>
      <pc:sldChg chg="del">
        <pc:chgData name="Jiageng Zhong" userId="b52c9415-1ab4-4841-99d2-946641921277" providerId="ADAL" clId="{8EC3C21B-848A-4780-93CD-51C3A3128A88}" dt="2026-02-08T13:42:43.695" v="19" actId="47"/>
        <pc:sldMkLst>
          <pc:docMk/>
          <pc:sldMk cId="1834461720" sldId="348"/>
        </pc:sldMkLst>
      </pc:sldChg>
      <pc:sldChg chg="del">
        <pc:chgData name="Jiageng Zhong" userId="b52c9415-1ab4-4841-99d2-946641921277" providerId="ADAL" clId="{8EC3C21B-848A-4780-93CD-51C3A3128A88}" dt="2026-02-08T13:42:45.979" v="20" actId="47"/>
        <pc:sldMkLst>
          <pc:docMk/>
          <pc:sldMk cId="2137618803" sldId="567"/>
        </pc:sldMkLst>
      </pc:sldChg>
      <pc:sldChg chg="del">
        <pc:chgData name="Jiageng Zhong" userId="b52c9415-1ab4-4841-99d2-946641921277" providerId="ADAL" clId="{8EC3C21B-848A-4780-93CD-51C3A3128A88}" dt="2026-02-08T13:42:45.979" v="20" actId="47"/>
        <pc:sldMkLst>
          <pc:docMk/>
          <pc:sldMk cId="3800676353" sldId="568"/>
        </pc:sldMkLst>
      </pc:sldChg>
      <pc:sldChg chg="del">
        <pc:chgData name="Jiageng Zhong" userId="b52c9415-1ab4-4841-99d2-946641921277" providerId="ADAL" clId="{8EC3C21B-848A-4780-93CD-51C3A3128A88}" dt="2026-02-08T13:42:45.979" v="20" actId="47"/>
        <pc:sldMkLst>
          <pc:docMk/>
          <pc:sldMk cId="2731199043" sldId="569"/>
        </pc:sldMkLst>
      </pc:sldChg>
      <pc:sldChg chg="del">
        <pc:chgData name="Jiageng Zhong" userId="b52c9415-1ab4-4841-99d2-946641921277" providerId="ADAL" clId="{8EC3C21B-848A-4780-93CD-51C3A3128A88}" dt="2026-02-08T13:42:45.979" v="20" actId="47"/>
        <pc:sldMkLst>
          <pc:docMk/>
          <pc:sldMk cId="849845961" sldId="570"/>
        </pc:sldMkLst>
      </pc:sldChg>
      <pc:sldChg chg="addSp modSp mod">
        <pc:chgData name="Jiageng Zhong" userId="b52c9415-1ab4-4841-99d2-946641921277" providerId="ADAL" clId="{8EC3C21B-848A-4780-93CD-51C3A3128A88}" dt="2026-02-08T13:55:20.452" v="137" actId="1076"/>
        <pc:sldMkLst>
          <pc:docMk/>
          <pc:sldMk cId="3570079766" sldId="571"/>
        </pc:sldMkLst>
        <pc:spChg chg="mod">
          <ac:chgData name="Jiageng Zhong" userId="b52c9415-1ab4-4841-99d2-946641921277" providerId="ADAL" clId="{8EC3C21B-848A-4780-93CD-51C3A3128A88}" dt="2026-02-08T13:43:29.709" v="23"/>
          <ac:spMkLst>
            <pc:docMk/>
            <pc:sldMk cId="3570079766" sldId="571"/>
            <ac:spMk id="2" creationId="{676E69CC-A7E1-2DB3-D078-9DF89306772F}"/>
          </ac:spMkLst>
        </pc:spChg>
        <pc:spChg chg="add mod">
          <ac:chgData name="Jiageng Zhong" userId="b52c9415-1ab4-4841-99d2-946641921277" providerId="ADAL" clId="{8EC3C21B-848A-4780-93CD-51C3A3128A88}" dt="2026-02-08T13:54:55.451" v="134" actId="1076"/>
          <ac:spMkLst>
            <pc:docMk/>
            <pc:sldMk cId="3570079766" sldId="571"/>
            <ac:spMk id="3" creationId="{23406734-239C-07F3-3F01-02A0003AAD1A}"/>
          </ac:spMkLst>
        </pc:spChg>
        <pc:spChg chg="add">
          <ac:chgData name="Jiageng Zhong" userId="b52c9415-1ab4-4841-99d2-946641921277" providerId="ADAL" clId="{8EC3C21B-848A-4780-93CD-51C3A3128A88}" dt="2026-02-08T13:46:56.717" v="57"/>
          <ac:spMkLst>
            <pc:docMk/>
            <pc:sldMk cId="3570079766" sldId="571"/>
            <ac:spMk id="6" creationId="{43D04B07-E9F8-3A44-B8A4-41E192C6BF5A}"/>
          </ac:spMkLst>
        </pc:spChg>
        <pc:spChg chg="add">
          <ac:chgData name="Jiageng Zhong" userId="b52c9415-1ab4-4841-99d2-946641921277" providerId="ADAL" clId="{8EC3C21B-848A-4780-93CD-51C3A3128A88}" dt="2026-02-08T13:52:31.229" v="92"/>
          <ac:spMkLst>
            <pc:docMk/>
            <pc:sldMk cId="3570079766" sldId="571"/>
            <ac:spMk id="7" creationId="{71F7EEC3-F7AA-E30D-6F10-9375F00A38CB}"/>
          </ac:spMkLst>
        </pc:spChg>
        <pc:picChg chg="add mod ord">
          <ac:chgData name="Jiageng Zhong" userId="b52c9415-1ab4-4841-99d2-946641921277" providerId="ADAL" clId="{8EC3C21B-848A-4780-93CD-51C3A3128A88}" dt="2026-02-08T13:55:20.452" v="137" actId="1076"/>
          <ac:picMkLst>
            <pc:docMk/>
            <pc:sldMk cId="3570079766" sldId="571"/>
            <ac:picMk id="5" creationId="{0E16C131-5491-B91F-01FA-D3DB1748448A}"/>
          </ac:picMkLst>
        </pc:picChg>
      </pc:sldChg>
      <pc:sldChg chg="addSp delSp modSp mod">
        <pc:chgData name="Jiageng Zhong" userId="b52c9415-1ab4-4841-99d2-946641921277" providerId="ADAL" clId="{8EC3C21B-848A-4780-93CD-51C3A3128A88}" dt="2026-02-08T15:06:36.624" v="169" actId="1076"/>
        <pc:sldMkLst>
          <pc:docMk/>
          <pc:sldMk cId="2682919965" sldId="572"/>
        </pc:sldMkLst>
        <pc:spChg chg="mod">
          <ac:chgData name="Jiageng Zhong" userId="b52c9415-1ab4-4841-99d2-946641921277" providerId="ADAL" clId="{8EC3C21B-848A-4780-93CD-51C3A3128A88}" dt="2026-02-08T14:56:30.053" v="138"/>
          <ac:spMkLst>
            <pc:docMk/>
            <pc:sldMk cId="2682919965" sldId="572"/>
            <ac:spMk id="2" creationId="{76322A9D-5140-6EE5-BD1C-5A6949800618}"/>
          </ac:spMkLst>
        </pc:spChg>
        <pc:spChg chg="add mod">
          <ac:chgData name="Jiageng Zhong" userId="b52c9415-1ab4-4841-99d2-946641921277" providerId="ADAL" clId="{8EC3C21B-848A-4780-93CD-51C3A3128A88}" dt="2026-02-08T14:57:55.259" v="158" actId="1076"/>
          <ac:spMkLst>
            <pc:docMk/>
            <pc:sldMk cId="2682919965" sldId="572"/>
            <ac:spMk id="4" creationId="{B873F863-338A-A01C-EFA8-7BC57532D6F2}"/>
          </ac:spMkLst>
        </pc:spChg>
        <pc:spChg chg="add">
          <ac:chgData name="Jiageng Zhong" userId="b52c9415-1ab4-4841-99d2-946641921277" providerId="ADAL" clId="{8EC3C21B-848A-4780-93CD-51C3A3128A88}" dt="2026-02-08T14:57:02.074" v="145"/>
          <ac:spMkLst>
            <pc:docMk/>
            <pc:sldMk cId="2682919965" sldId="572"/>
            <ac:spMk id="5" creationId="{A9A6C721-3087-1AC7-049B-A551BCF2EEBD}"/>
          </ac:spMkLst>
        </pc:spChg>
        <pc:picChg chg="add del mod">
          <ac:chgData name="Jiageng Zhong" userId="b52c9415-1ab4-4841-99d2-946641921277" providerId="ADAL" clId="{8EC3C21B-848A-4780-93CD-51C3A3128A88}" dt="2026-02-08T15:05:37.373" v="161" actId="478"/>
          <ac:picMkLst>
            <pc:docMk/>
            <pc:sldMk cId="2682919965" sldId="572"/>
            <ac:picMk id="7" creationId="{9D11553F-180F-345C-DD63-973B353DF7B0}"/>
          </ac:picMkLst>
        </pc:picChg>
        <pc:picChg chg="add mod modCrop">
          <ac:chgData name="Jiageng Zhong" userId="b52c9415-1ab4-4841-99d2-946641921277" providerId="ADAL" clId="{8EC3C21B-848A-4780-93CD-51C3A3128A88}" dt="2026-02-08T15:06:36.624" v="169" actId="1076"/>
          <ac:picMkLst>
            <pc:docMk/>
            <pc:sldMk cId="2682919965" sldId="572"/>
            <ac:picMk id="9" creationId="{23F9B78A-F8FC-91CB-41EF-9CD60C51B44D}"/>
          </ac:picMkLst>
        </pc:picChg>
      </pc:sldChg>
      <pc:sldChg chg="addSp modSp mod">
        <pc:chgData name="Jiageng Zhong" userId="b52c9415-1ab4-4841-99d2-946641921277" providerId="ADAL" clId="{8EC3C21B-848A-4780-93CD-51C3A3128A88}" dt="2026-02-08T15:11:49.183" v="204" actId="1076"/>
        <pc:sldMkLst>
          <pc:docMk/>
          <pc:sldMk cId="1993469732" sldId="573"/>
        </pc:sldMkLst>
        <pc:spChg chg="mod">
          <ac:chgData name="Jiageng Zhong" userId="b52c9415-1ab4-4841-99d2-946641921277" providerId="ADAL" clId="{8EC3C21B-848A-4780-93CD-51C3A3128A88}" dt="2026-02-08T15:07:14.354" v="170"/>
          <ac:spMkLst>
            <pc:docMk/>
            <pc:sldMk cId="1993469732" sldId="573"/>
            <ac:spMk id="2" creationId="{CAAD3D84-3A39-F429-01A1-20C101DD0312}"/>
          </ac:spMkLst>
        </pc:spChg>
        <pc:spChg chg="add mod">
          <ac:chgData name="Jiageng Zhong" userId="b52c9415-1ab4-4841-99d2-946641921277" providerId="ADAL" clId="{8EC3C21B-848A-4780-93CD-51C3A3128A88}" dt="2026-02-08T15:08:29.202" v="196" actId="1076"/>
          <ac:spMkLst>
            <pc:docMk/>
            <pc:sldMk cId="1993469732" sldId="573"/>
            <ac:spMk id="3" creationId="{C7C0F491-05BD-8C80-10AF-F146269A74E7}"/>
          </ac:spMkLst>
        </pc:spChg>
        <pc:picChg chg="add mod">
          <ac:chgData name="Jiageng Zhong" userId="b52c9415-1ab4-4841-99d2-946641921277" providerId="ADAL" clId="{8EC3C21B-848A-4780-93CD-51C3A3128A88}" dt="2026-02-08T15:11:49.183" v="204" actId="1076"/>
          <ac:picMkLst>
            <pc:docMk/>
            <pc:sldMk cId="1993469732" sldId="573"/>
            <ac:picMk id="5" creationId="{D7623EAC-F747-B9EB-4067-444C6B7C06CC}"/>
          </ac:picMkLst>
        </pc:picChg>
      </pc:sldChg>
      <pc:sldChg chg="addSp modSp mod">
        <pc:chgData name="Jiageng Zhong" userId="b52c9415-1ab4-4841-99d2-946641921277" providerId="ADAL" clId="{8EC3C21B-848A-4780-93CD-51C3A3128A88}" dt="2026-02-08T15:14:50.236" v="247" actId="1076"/>
        <pc:sldMkLst>
          <pc:docMk/>
          <pc:sldMk cId="252992578" sldId="574"/>
        </pc:sldMkLst>
        <pc:spChg chg="mod">
          <ac:chgData name="Jiageng Zhong" userId="b52c9415-1ab4-4841-99d2-946641921277" providerId="ADAL" clId="{8EC3C21B-848A-4780-93CD-51C3A3128A88}" dt="2026-02-08T15:11:52.090" v="205"/>
          <ac:spMkLst>
            <pc:docMk/>
            <pc:sldMk cId="252992578" sldId="574"/>
            <ac:spMk id="2" creationId="{2630F991-CE7D-AE2D-9C4B-15FFC988C05A}"/>
          </ac:spMkLst>
        </pc:spChg>
        <pc:spChg chg="add mod">
          <ac:chgData name="Jiageng Zhong" userId="b52c9415-1ab4-4841-99d2-946641921277" providerId="ADAL" clId="{8EC3C21B-848A-4780-93CD-51C3A3128A88}" dt="2026-02-08T15:14:36.351" v="243" actId="14100"/>
          <ac:spMkLst>
            <pc:docMk/>
            <pc:sldMk cId="252992578" sldId="574"/>
            <ac:spMk id="4" creationId="{8B19DB83-CF7D-366F-16A9-AD6ED1574315}"/>
          </ac:spMkLst>
        </pc:spChg>
        <pc:spChg chg="add mod">
          <ac:chgData name="Jiageng Zhong" userId="b52c9415-1ab4-4841-99d2-946641921277" providerId="ADAL" clId="{8EC3C21B-848A-4780-93CD-51C3A3128A88}" dt="2026-02-08T15:14:50.236" v="247" actId="1076"/>
          <ac:spMkLst>
            <pc:docMk/>
            <pc:sldMk cId="252992578" sldId="574"/>
            <ac:spMk id="8" creationId="{4BA756BC-C9E6-E4EF-F2DB-6C7BD435998B}"/>
          </ac:spMkLst>
        </pc:spChg>
        <pc:picChg chg="add mod">
          <ac:chgData name="Jiageng Zhong" userId="b52c9415-1ab4-4841-99d2-946641921277" providerId="ADAL" clId="{8EC3C21B-848A-4780-93CD-51C3A3128A88}" dt="2026-02-08T15:14:38.978" v="244" actId="1076"/>
          <ac:picMkLst>
            <pc:docMk/>
            <pc:sldMk cId="252992578" sldId="574"/>
            <ac:picMk id="6" creationId="{023EB10C-4A2C-984B-A855-AAD7992D68BA}"/>
          </ac:picMkLst>
        </pc:picChg>
      </pc:sldChg>
      <pc:sldChg chg="addSp modSp mod ord">
        <pc:chgData name="Jiageng Zhong" userId="b52c9415-1ab4-4841-99d2-946641921277" providerId="ADAL" clId="{8EC3C21B-848A-4780-93CD-51C3A3128A88}" dt="2026-02-08T15:59:47.806" v="502" actId="2711"/>
        <pc:sldMkLst>
          <pc:docMk/>
          <pc:sldMk cId="2532852713" sldId="575"/>
        </pc:sldMkLst>
        <pc:spChg chg="mod">
          <ac:chgData name="Jiageng Zhong" userId="b52c9415-1ab4-4841-99d2-946641921277" providerId="ADAL" clId="{8EC3C21B-848A-4780-93CD-51C3A3128A88}" dt="2026-02-08T15:15:16.491" v="253" actId="21"/>
          <ac:spMkLst>
            <pc:docMk/>
            <pc:sldMk cId="2532852713" sldId="575"/>
            <ac:spMk id="2" creationId="{AD35D87B-96FC-D537-353E-C0D89911262E}"/>
          </ac:spMkLst>
        </pc:spChg>
        <pc:spChg chg="add mod">
          <ac:chgData name="Jiageng Zhong" userId="b52c9415-1ab4-4841-99d2-946641921277" providerId="ADAL" clId="{8EC3C21B-848A-4780-93CD-51C3A3128A88}" dt="2026-02-08T15:59:47.806" v="502" actId="2711"/>
          <ac:spMkLst>
            <pc:docMk/>
            <pc:sldMk cId="2532852713" sldId="575"/>
            <ac:spMk id="4" creationId="{15A48B3E-20CD-377A-B3AB-BBB29496A0AE}"/>
          </ac:spMkLst>
        </pc:spChg>
      </pc:sldChg>
      <pc:sldChg chg="addSp delSp modSp add mod">
        <pc:chgData name="Jiageng Zhong" userId="b52c9415-1ab4-4841-99d2-946641921277" providerId="ADAL" clId="{8EC3C21B-848A-4780-93CD-51C3A3128A88}" dt="2026-02-08T15:38:12.109" v="451" actId="1035"/>
        <pc:sldMkLst>
          <pc:docMk/>
          <pc:sldMk cId="2168070692" sldId="576"/>
        </pc:sldMkLst>
        <pc:spChg chg="mod">
          <ac:chgData name="Jiageng Zhong" userId="b52c9415-1ab4-4841-99d2-946641921277" providerId="ADAL" clId="{8EC3C21B-848A-4780-93CD-51C3A3128A88}" dt="2026-02-08T15:22:58.396" v="333"/>
          <ac:spMkLst>
            <pc:docMk/>
            <pc:sldMk cId="2168070692" sldId="576"/>
            <ac:spMk id="2" creationId="{FACB41BD-5286-CD50-0832-79504F037767}"/>
          </ac:spMkLst>
        </pc:spChg>
        <pc:spChg chg="del">
          <ac:chgData name="Jiageng Zhong" userId="b52c9415-1ab4-4841-99d2-946641921277" providerId="ADAL" clId="{8EC3C21B-848A-4780-93CD-51C3A3128A88}" dt="2026-02-08T15:20:32.649" v="322" actId="478"/>
          <ac:spMkLst>
            <pc:docMk/>
            <pc:sldMk cId="2168070692" sldId="576"/>
            <ac:spMk id="4" creationId="{617F28CE-D3FF-DC50-25C4-B96F4692A3B4}"/>
          </ac:spMkLst>
        </pc:spChg>
        <pc:spChg chg="add mod">
          <ac:chgData name="Jiageng Zhong" userId="b52c9415-1ab4-4841-99d2-946641921277" providerId="ADAL" clId="{8EC3C21B-848A-4780-93CD-51C3A3128A88}" dt="2026-02-08T15:36:49.389" v="404" actId="1076"/>
          <ac:spMkLst>
            <pc:docMk/>
            <pc:sldMk cId="2168070692" sldId="576"/>
            <ac:spMk id="5" creationId="{6F62CDE9-92FF-0A30-C396-84DC910D29E3}"/>
          </ac:spMkLst>
        </pc:spChg>
        <pc:spChg chg="del">
          <ac:chgData name="Jiageng Zhong" userId="b52c9415-1ab4-4841-99d2-946641921277" providerId="ADAL" clId="{8EC3C21B-848A-4780-93CD-51C3A3128A88}" dt="2026-02-08T15:20:35.223" v="323" actId="478"/>
          <ac:spMkLst>
            <pc:docMk/>
            <pc:sldMk cId="2168070692" sldId="576"/>
            <ac:spMk id="8" creationId="{A68ABFF1-C551-85EB-ADFA-07B8C9FA80E5}"/>
          </ac:spMkLst>
        </pc:spChg>
        <pc:spChg chg="add del mod">
          <ac:chgData name="Jiageng Zhong" userId="b52c9415-1ab4-4841-99d2-946641921277" providerId="ADAL" clId="{8EC3C21B-848A-4780-93CD-51C3A3128A88}" dt="2026-02-08T15:36:01.510" v="386" actId="478"/>
          <ac:spMkLst>
            <pc:docMk/>
            <pc:sldMk cId="2168070692" sldId="576"/>
            <ac:spMk id="13" creationId="{015EE018-CF3C-2E54-BAF2-F60861E1CC8A}"/>
          </ac:spMkLst>
        </pc:spChg>
        <pc:spChg chg="add mod">
          <ac:chgData name="Jiageng Zhong" userId="b52c9415-1ab4-4841-99d2-946641921277" providerId="ADAL" clId="{8EC3C21B-848A-4780-93CD-51C3A3128A88}" dt="2026-02-08T15:37:50.913" v="434" actId="1076"/>
          <ac:spMkLst>
            <pc:docMk/>
            <pc:sldMk cId="2168070692" sldId="576"/>
            <ac:spMk id="14" creationId="{A68297C5-B857-3E03-63E9-E9380303CF4F}"/>
          </ac:spMkLst>
        </pc:spChg>
        <pc:spChg chg="add mod">
          <ac:chgData name="Jiageng Zhong" userId="b52c9415-1ab4-4841-99d2-946641921277" providerId="ADAL" clId="{8EC3C21B-848A-4780-93CD-51C3A3128A88}" dt="2026-02-08T15:38:12.109" v="451" actId="1035"/>
          <ac:spMkLst>
            <pc:docMk/>
            <pc:sldMk cId="2168070692" sldId="576"/>
            <ac:spMk id="15" creationId="{A24FF4B9-A0C0-2B02-FC76-8B36C52AE56F}"/>
          </ac:spMkLst>
        </pc:spChg>
        <pc:picChg chg="del">
          <ac:chgData name="Jiageng Zhong" userId="b52c9415-1ab4-4841-99d2-946641921277" providerId="ADAL" clId="{8EC3C21B-848A-4780-93CD-51C3A3128A88}" dt="2026-02-08T15:20:32.649" v="322" actId="478"/>
          <ac:picMkLst>
            <pc:docMk/>
            <pc:sldMk cId="2168070692" sldId="576"/>
            <ac:picMk id="6" creationId="{8E3457C3-49B2-B76B-2CCB-3AA7F92DEFD2}"/>
          </ac:picMkLst>
        </pc:picChg>
        <pc:picChg chg="add mod">
          <ac:chgData name="Jiageng Zhong" userId="b52c9415-1ab4-4841-99d2-946641921277" providerId="ADAL" clId="{8EC3C21B-848A-4780-93CD-51C3A3128A88}" dt="2026-02-08T15:37:13.216" v="407" actId="1076"/>
          <ac:picMkLst>
            <pc:docMk/>
            <pc:sldMk cId="2168070692" sldId="576"/>
            <ac:picMk id="9" creationId="{E0EB5965-0B32-3C5A-4DD0-EEEC10686235}"/>
          </ac:picMkLst>
        </pc:picChg>
        <pc:picChg chg="add mod">
          <ac:chgData name="Jiageng Zhong" userId="b52c9415-1ab4-4841-99d2-946641921277" providerId="ADAL" clId="{8EC3C21B-848A-4780-93CD-51C3A3128A88}" dt="2026-02-08T15:37:17.289" v="408" actId="1076"/>
          <ac:picMkLst>
            <pc:docMk/>
            <pc:sldMk cId="2168070692" sldId="576"/>
            <ac:picMk id="11" creationId="{9DC0813D-C5CF-08ED-C8CD-CCE891C068F6}"/>
          </ac:picMkLst>
        </pc:picChg>
      </pc:sldChg>
      <pc:sldChg chg="addSp modSp add mod">
        <pc:chgData name="Jiageng Zhong" userId="b52c9415-1ab4-4841-99d2-946641921277" providerId="ADAL" clId="{8EC3C21B-848A-4780-93CD-51C3A3128A88}" dt="2026-02-08T15:40:34.230" v="496" actId="113"/>
        <pc:sldMkLst>
          <pc:docMk/>
          <pc:sldMk cId="3479097923" sldId="577"/>
        </pc:sldMkLst>
        <pc:spChg chg="mod">
          <ac:chgData name="Jiageng Zhong" userId="b52c9415-1ab4-4841-99d2-946641921277" providerId="ADAL" clId="{8EC3C21B-848A-4780-93CD-51C3A3128A88}" dt="2026-02-08T15:38:49.748" v="463" actId="20577"/>
          <ac:spMkLst>
            <pc:docMk/>
            <pc:sldMk cId="3479097923" sldId="577"/>
            <ac:spMk id="2" creationId="{5B9BBDD2-9904-A7D5-4E41-5E71F671C433}"/>
          </ac:spMkLst>
        </pc:spChg>
        <pc:spChg chg="add mod">
          <ac:chgData name="Jiageng Zhong" userId="b52c9415-1ab4-4841-99d2-946641921277" providerId="ADAL" clId="{8EC3C21B-848A-4780-93CD-51C3A3128A88}" dt="2026-02-08T15:40:34.230" v="496" actId="113"/>
          <ac:spMkLst>
            <pc:docMk/>
            <pc:sldMk cId="3479097923" sldId="577"/>
            <ac:spMk id="4" creationId="{83BB6C08-E07C-1265-235C-01705E9E8681}"/>
          </ac:spMkLst>
        </pc:spChg>
      </pc:sldChg>
      <pc:sldChg chg="add">
        <pc:chgData name="Jiageng Zhong" userId="b52c9415-1ab4-4841-99d2-946641921277" providerId="ADAL" clId="{8EC3C21B-848A-4780-93CD-51C3A3128A88}" dt="2026-02-08T15:20:56.819" v="325" actId="2890"/>
        <pc:sldMkLst>
          <pc:docMk/>
          <pc:sldMk cId="3981881105" sldId="578"/>
        </pc:sldMkLst>
      </pc:sldChg>
      <pc:sldChg chg="add">
        <pc:chgData name="Jiageng Zhong" userId="b52c9415-1ab4-4841-99d2-946641921277" providerId="ADAL" clId="{8EC3C21B-848A-4780-93CD-51C3A3128A88}" dt="2026-02-08T15:20:57.080" v="326" actId="2890"/>
        <pc:sldMkLst>
          <pc:docMk/>
          <pc:sldMk cId="2174094271" sldId="579"/>
        </pc:sldMkLst>
      </pc:sldChg>
      <pc:sldChg chg="add">
        <pc:chgData name="Jiageng Zhong" userId="b52c9415-1ab4-4841-99d2-946641921277" providerId="ADAL" clId="{8EC3C21B-848A-4780-93CD-51C3A3128A88}" dt="2026-02-08T15:20:57.247" v="327" actId="2890"/>
        <pc:sldMkLst>
          <pc:docMk/>
          <pc:sldMk cId="149061395" sldId="580"/>
        </pc:sldMkLst>
      </pc:sldChg>
      <pc:sldChg chg="add">
        <pc:chgData name="Jiageng Zhong" userId="b52c9415-1ab4-4841-99d2-946641921277" providerId="ADAL" clId="{8EC3C21B-848A-4780-93CD-51C3A3128A88}" dt="2026-02-08T15:20:57.434" v="328" actId="2890"/>
        <pc:sldMkLst>
          <pc:docMk/>
          <pc:sldMk cId="821907803" sldId="581"/>
        </pc:sldMkLst>
      </pc:sldChg>
      <pc:sldChg chg="add">
        <pc:chgData name="Jiageng Zhong" userId="b52c9415-1ab4-4841-99d2-946641921277" providerId="ADAL" clId="{8EC3C21B-848A-4780-93CD-51C3A3128A88}" dt="2026-02-08T15:20:57.654" v="329" actId="2890"/>
        <pc:sldMkLst>
          <pc:docMk/>
          <pc:sldMk cId="3556191564" sldId="582"/>
        </pc:sldMkLst>
      </pc:sldChg>
      <pc:sldChg chg="add">
        <pc:chgData name="Jiageng Zhong" userId="b52c9415-1ab4-4841-99d2-946641921277" providerId="ADAL" clId="{8EC3C21B-848A-4780-93CD-51C3A3128A88}" dt="2026-02-08T15:20:57.852" v="330" actId="2890"/>
        <pc:sldMkLst>
          <pc:docMk/>
          <pc:sldMk cId="1014741727" sldId="583"/>
        </pc:sldMkLst>
      </pc:sldChg>
      <pc:sldChg chg="add">
        <pc:chgData name="Jiageng Zhong" userId="b52c9415-1ab4-4841-99d2-946641921277" providerId="ADAL" clId="{8EC3C21B-848A-4780-93CD-51C3A3128A88}" dt="2026-02-08T15:20:58.069" v="331" actId="2890"/>
        <pc:sldMkLst>
          <pc:docMk/>
          <pc:sldMk cId="665463517" sldId="584"/>
        </pc:sldMkLst>
      </pc:sldChg>
      <pc:sldChg chg="add">
        <pc:chgData name="Jiageng Zhong" userId="b52c9415-1ab4-4841-99d2-946641921277" providerId="ADAL" clId="{8EC3C21B-848A-4780-93CD-51C3A3128A88}" dt="2026-02-08T15:20:58.267" v="332" actId="2890"/>
        <pc:sldMkLst>
          <pc:docMk/>
          <pc:sldMk cId="430923665" sldId="5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FC1E3-60BF-42DB-BABF-97110DE7E19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66713-8B59-4B43-8640-53155432D15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66713-8B59-4B43-8640-53155432D15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14745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rgbClr val="4A66AC"/>
              </a:gs>
              <a:gs pos="100000">
                <a:schemeClr val="accent1">
                  <a:lumMod val="85000"/>
                  <a:lumOff val="1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01950"/>
            <a:ext cx="10363200" cy="1425614"/>
          </a:xfrm>
        </p:spPr>
        <p:txBody>
          <a:bodyPr anchor="ctr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46120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Footer Placeholder 4"/>
          <p:cNvSpPr txBox="1"/>
          <p:nvPr/>
        </p:nvSpPr>
        <p:spPr>
          <a:xfrm>
            <a:off x="177875" y="6369561"/>
            <a:ext cx="2828562" cy="405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4" name="Footer Placeholder 4"/>
          <p:cNvSpPr txBox="1"/>
          <p:nvPr/>
        </p:nvSpPr>
        <p:spPr>
          <a:xfrm>
            <a:off x="3976255" y="6369561"/>
            <a:ext cx="4096974" cy="405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63538" y="6452347"/>
            <a:ext cx="6026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Geospatial Sensing and Modeling Lab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70"/>
          <a:stretch>
            <a:fillRect/>
          </a:stretch>
        </p:blipFill>
        <p:spPr>
          <a:xfrm>
            <a:off x="104501" y="6369561"/>
            <a:ext cx="2159726" cy="419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70" b="-13760"/>
          <a:stretch>
            <a:fillRect/>
          </a:stretch>
        </p:blipFill>
        <p:spPr>
          <a:xfrm>
            <a:off x="1" y="6646009"/>
            <a:ext cx="998290" cy="220379"/>
          </a:xfrm>
          <a:prstGeom prst="rect">
            <a:avLst/>
          </a:prstGeom>
        </p:spPr>
      </p:pic>
      <p:sp>
        <p:nvSpPr>
          <p:cNvPr id="12" name="Footer Placeholder 4"/>
          <p:cNvSpPr txBox="1"/>
          <p:nvPr/>
        </p:nvSpPr>
        <p:spPr>
          <a:xfrm>
            <a:off x="4038600" y="6618914"/>
            <a:ext cx="4114800" cy="23678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chemeClr val="bg1"/>
                </a:solidFill>
                <a:latin typeface="Century Gothic" panose="020B0502020202020204"/>
                <a:ea typeface="微软雅黑" panose="020B0503020204020204" charset="-122"/>
              </a:rPr>
              <a:t>Geospatial Sensing and Modeling Lab</a:t>
            </a:r>
          </a:p>
        </p:txBody>
      </p:sp>
      <p:sp>
        <p:nvSpPr>
          <p:cNvPr id="13" name="Slide Number Placeholder 5"/>
          <p:cNvSpPr txBox="1"/>
          <p:nvPr/>
        </p:nvSpPr>
        <p:spPr>
          <a:xfrm>
            <a:off x="9382388" y="6618914"/>
            <a:ext cx="2743200" cy="23678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490F93A-7956-401B-89B5-2D52B2116DAD}" type="slidenum">
              <a:rPr lang="en-US" sz="1200" smtClean="0">
                <a:solidFill>
                  <a:schemeClr val="bg1"/>
                </a:solidFill>
              </a:rPr>
              <a:t>‹#›</a:t>
            </a:fld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99432" y="1200839"/>
            <a:ext cx="11193137" cy="5125433"/>
          </a:xfrm>
        </p:spPr>
        <p:txBody>
          <a:bodyPr/>
          <a:lstStyle>
            <a:lvl1pPr marL="274320" indent="-36576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baseline="0">
                <a:solidFill>
                  <a:schemeClr val="tx1"/>
                </a:solidFill>
              </a:defRPr>
            </a:lvl1pPr>
            <a:lvl2pPr marL="576580" indent="-27432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3pPr>
            <a:lvl4pPr marL="16002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4pPr>
            <a:lvl5pPr marL="20574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6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862511"/>
          </a:xfrm>
        </p:spPr>
        <p:txBody>
          <a:bodyPr anchor="ctr"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320"/>
          <p:cNvSpPr/>
          <p:nvPr/>
        </p:nvSpPr>
        <p:spPr>
          <a:xfrm>
            <a:off x="-1" y="6585045"/>
            <a:ext cx="12192000" cy="279043"/>
          </a:xfrm>
          <a:prstGeom prst="rect">
            <a:avLst/>
          </a:prstGeom>
          <a:solidFill>
            <a:srgbClr val="4A66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320"/>
          <p:cNvSpPr/>
          <p:nvPr/>
        </p:nvSpPr>
        <p:spPr>
          <a:xfrm>
            <a:off x="-1" y="0"/>
            <a:ext cx="12192000" cy="146304"/>
          </a:xfrm>
          <a:prstGeom prst="rect">
            <a:avLst/>
          </a:prstGeom>
          <a:solidFill>
            <a:srgbClr val="4A66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35451"/>
            <a:ext cx="10363200" cy="1425614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CASALS</a:t>
            </a:r>
            <a:endParaRPr 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9860485" y="5457807"/>
            <a:ext cx="179351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Jiageng Zhong</a:t>
            </a:r>
          </a:p>
          <a:p>
            <a:r>
              <a:rPr 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1DBD1-6565-C482-DB65-5CABAF288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16C131-5491-B91F-01FA-D3DB17484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766" y="3879455"/>
            <a:ext cx="6372467" cy="25586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6E69CC-A7E1-2DB3-D078-9DF89306772F}"/>
              </a:ext>
            </a:extLst>
          </p:cNvPr>
          <p:cNvSpPr txBox="1"/>
          <p:nvPr/>
        </p:nvSpPr>
        <p:spPr>
          <a:xfrm>
            <a:off x="227066" y="141706"/>
            <a:ext cx="3645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CASALS architecture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406734-239C-07F3-3F01-02A0003AA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23" y="479845"/>
            <a:ext cx="1104275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CASALS (Concurrent Artificially-intelligent Spectrometry and Adaptive LiDAR System) is designed to acquire co-registered structure (range/waveform) and reflectance information over the same ground swath.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CASALS LiDAR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Laser transmitter: wavelength-tuned pulsed emission (swath encoding)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Dispersive scan optics: </a:t>
            </a:r>
            <a:r>
              <a:rPr kumimoji="0" lang="el-G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λ→θ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beam steering (cross-track swath, no scanner)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Receiver + detector: multi-channel, grating-filtered return capture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Electronics/FPGA + digitizer: time-tagging + full-waveform acquisition (range-gated)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Airborne demo / measurement suite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GNSS/INS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Applanix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pose/time for geotagging and georeferencing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Co-aligned hyperspectral imager (Headwall): VNIR–SWIR reflectance over the LiDAR swath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Look-ahead cameras (concept/flight suite): context imaging for real-time targeting decisions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079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A6EEB-2961-DD58-E8D2-A573F4BC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322A9D-5140-6EE5-BD1C-5A6949800618}"/>
              </a:ext>
            </a:extLst>
          </p:cNvPr>
          <p:cNvSpPr txBox="1"/>
          <p:nvPr/>
        </p:nvSpPr>
        <p:spPr>
          <a:xfrm>
            <a:off x="227066" y="141706"/>
            <a:ext cx="3692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Observation principle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3F863-338A-A01C-EFA8-7BC57532D6F2}"/>
              </a:ext>
            </a:extLst>
          </p:cNvPr>
          <p:cNvSpPr txBox="1"/>
          <p:nvPr/>
        </p:nvSpPr>
        <p:spPr>
          <a:xfrm>
            <a:off x="623047" y="603371"/>
            <a:ext cx="10945906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</a:rPr>
              <a:t>H</a:t>
            </a:r>
            <a:r>
              <a:rPr lang="en-US" dirty="0">
                <a:latin typeface="Arial" panose="020B0604020202020204" pitchFamily="34" charset="0"/>
              </a:rPr>
              <a:t>ow CASALS forms a swath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Single beam, many footprints: CASALS sweeps laser wavelength, and a grating maps wavelength to cross-track angle, creating a dense footprint set across the swath.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Track concept: a sweep visits many cross-track footprint locations; successive sweeps can “fill” the swath (SCBI waveforms note).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Full-waveform LiDAR: each footprint returns a digitized analog waveform (vs. photon list), supporting canopy/ground separation and complex scenes.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F9B78A-F8FC-91CB-41EF-9CD60C51B4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11" t="7331" r="9485" b="6387"/>
          <a:stretch>
            <a:fillRect/>
          </a:stretch>
        </p:blipFill>
        <p:spPr>
          <a:xfrm>
            <a:off x="262719" y="3666565"/>
            <a:ext cx="11666562" cy="275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1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914D-5AA9-F86D-71BF-BA2757E8D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35D87B-96FC-D537-353E-C0D89911262E}"/>
              </a:ext>
            </a:extLst>
          </p:cNvPr>
          <p:cNvSpPr txBox="1"/>
          <p:nvPr/>
        </p:nvSpPr>
        <p:spPr>
          <a:xfrm>
            <a:off x="227066" y="141706"/>
            <a:ext cx="3934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CASALS specifications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48B3E-20CD-377A-B3AB-BBB29496A0AE}"/>
              </a:ext>
            </a:extLst>
          </p:cNvPr>
          <p:cNvSpPr txBox="1"/>
          <p:nvPr/>
        </p:nvSpPr>
        <p:spPr>
          <a:xfrm>
            <a:off x="600635" y="799641"/>
            <a:ext cx="1120588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Spaceflight concept / targets (scalable track count)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Wavelength-to-angle swath mapping: fast wavelength tuning + dispersive grating in the telescope (no mechanical scanner).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Cross-track capacity (concept): a 30-nm tuning range can form ~1,200 resolvable cross-track spots over 0.825° (~7.2 km swath from 500-km orbit); any subset can be selected by wavelength switching.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 implication: “track count” is a design degree of freedom (up to ~1,200 resolvable spots in the cited concept), not inherently fixed at 256.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Airborne prototype / datasets (256-track implementation)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Operating wavelength (prototype for Earth science): 1040 nm.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Channelization: 256 tuned wavelengths across ~13 nm; 2-ns pulse carved at each wavelength; amplified up to 3 kW peak power (design).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Receiver filtering/detection: grating-spectrometer receiver with ~0.8-nm passband per footprint; HgCdTe APD array; signals time-division multiplexed to two high-speed ADCs; range-gated digitization to reduce data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Airborne geometry @ 8.5 km: 0.67° total scan angle using 256 tuned wavelengths; ~110 m swath width; ~0.7 m overlapping footprints; ~0.43 m cross-track and ~0.24 m along-track spacing; waveform per footprint with ~20 detected photons (reported).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Airborne geometry @ ~5 km (SCBI note): 0.75° full-width scan; 32 footprints per sweep and 8 sweeps fill the swath to 256 overlapping footprints; ~0.24 m cross-track spacing; ~0.17 m along-track spacing at 80 m/s; ~65 m swath (and “equivalent” ~6.5 km from 500 km orbit).</a:t>
            </a:r>
          </a:p>
        </p:txBody>
      </p:sp>
    </p:spTree>
    <p:extLst>
      <p:ext uri="{BB962C8B-B14F-4D97-AF65-F5344CB8AC3E}">
        <p14:creationId xmlns:p14="http://schemas.microsoft.com/office/powerpoint/2010/main" val="2532852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1FB44-2018-375C-CC66-8B9FB11C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AD3D84-3A39-F429-01A1-20C101DD0312}"/>
              </a:ext>
            </a:extLst>
          </p:cNvPr>
          <p:cNvSpPr txBox="1"/>
          <p:nvPr/>
        </p:nvSpPr>
        <p:spPr>
          <a:xfrm>
            <a:off x="227066" y="141706"/>
            <a:ext cx="5430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Airborne / UAV observation mode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7C0F491-05BD-8C80-10AF-F146269A7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120" y="603371"/>
            <a:ext cx="11427759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Cross-track steering: 256 tuned wavelengths spanning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0.67° total scan angle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yielding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~110 m swath from 8.5 km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altitude.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Footprint geometry (demo):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~0.7 m diameter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overlapping footprints;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~0.43 m cross-track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~0.24 m along-track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spacing.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boresighted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passive sensors: Headwall VNIR–SWIR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pushbroom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frame cameras; frame cameras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 ~7° ahead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~8 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onboard analysis/retargeting.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23EAC-F747-B9EB-4067-444C6B7C0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51" y="2830434"/>
            <a:ext cx="11821498" cy="360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46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6AEE9-3BCD-8746-50EB-BBCE4439D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30F991-CE7D-AE2D-9C4B-15FFC988C05A}"/>
              </a:ext>
            </a:extLst>
          </p:cNvPr>
          <p:cNvSpPr txBox="1"/>
          <p:nvPr/>
        </p:nvSpPr>
        <p:spPr>
          <a:xfrm>
            <a:off x="227066" y="141706"/>
            <a:ext cx="5430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Airborne / UAV observation mode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19DB83-CF7D-366F-16A9-AD6ED1574315}"/>
              </a:ext>
            </a:extLst>
          </p:cNvPr>
          <p:cNvSpPr txBox="1"/>
          <p:nvPr/>
        </p:nvSpPr>
        <p:spPr>
          <a:xfrm>
            <a:off x="331694" y="603371"/>
            <a:ext cx="5326282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Wavelength-tuning points the laser beam cross-track over a full-width angle of 0.75° (0.013rad).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 tuning sweep targets 32 footprint locations distributed with equal spacing across the swath and 8 sweeps fill in the swath cross-track with 256 overlapping footprints.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cross-track footprint spacing is 0.24m at 5km ranging distance, equal to the FWHM diameter, forming a 65m wide swath (equivalent to 6.5km swath in 500km satellite orbit).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along-track footprint spacing is 0.17m at 80m/s aircraft ground speed, forming 256 parallel tracks.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3EB10C-4A2C-984B-A855-AAD7992D6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330" y="429153"/>
            <a:ext cx="5949976" cy="53638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A756BC-C9E6-E4EF-F2DB-6C7BD435998B}"/>
              </a:ext>
            </a:extLst>
          </p:cNvPr>
          <p:cNvSpPr txBox="1"/>
          <p:nvPr/>
        </p:nvSpPr>
        <p:spPr>
          <a:xfrm>
            <a:off x="5910330" y="5792964"/>
            <a:ext cx="44341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12 of 256 Wavelength-tuned Tracks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Across the Airborne CASALS Lidar Swath</a:t>
            </a:r>
          </a:p>
        </p:txBody>
      </p:sp>
    </p:spTree>
    <p:extLst>
      <p:ext uri="{BB962C8B-B14F-4D97-AF65-F5344CB8AC3E}">
        <p14:creationId xmlns:p14="http://schemas.microsoft.com/office/powerpoint/2010/main" val="252992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DF07B-AD59-CA1F-E5A1-3ABFA4FA3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B41BD-5286-CD50-0832-79504F037767}"/>
              </a:ext>
            </a:extLst>
          </p:cNvPr>
          <p:cNvSpPr txBox="1"/>
          <p:nvPr/>
        </p:nvSpPr>
        <p:spPr>
          <a:xfrm>
            <a:off x="227066" y="141706"/>
            <a:ext cx="4870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Nadir-port window reflections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2CDE9-92FF-0A30-C396-84DC910D29E3}"/>
              </a:ext>
            </a:extLst>
          </p:cNvPr>
          <p:cNvSpPr txBox="1"/>
          <p:nvPr/>
        </p:nvSpPr>
        <p:spPr>
          <a:xfrm>
            <a:off x="558530" y="971775"/>
            <a:ext cx="7216588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“nadir-port window” is a protective optical window in the nadir viewing path. A small fraction of the laser pulse can reflect off that window surface(s) and re-enter the receiver path, creating a strong instrumental ghost (non-geophysical) at a consistent range/time.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Possible ways to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detect:</a:t>
            </a:r>
          </a:p>
          <a:p>
            <a:pPr marL="400050" indent="-400050">
              <a:lnSpc>
                <a:spcPct val="150000"/>
              </a:lnSpc>
              <a:buAutoNum type="romanLcParenBoth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fixed range bin / early-time consistency</a:t>
            </a:r>
          </a:p>
          <a:p>
            <a:pPr marL="400050" indent="-400050">
              <a:lnSpc>
                <a:spcPct val="150000"/>
              </a:lnSpc>
              <a:buAutoNum type="romanLcParenBoth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abnormal amplitude</a:t>
            </a:r>
          </a:p>
          <a:p>
            <a:pPr marL="400050" indent="-400050">
              <a:lnSpc>
                <a:spcPct val="150000"/>
              </a:lnSpc>
              <a:buAutoNum type="romanLcParenBoth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weak dependence on scene</a:t>
            </a:r>
          </a:p>
          <a:p>
            <a:pPr marL="400050" indent="-400050">
              <a:lnSpc>
                <a:spcPct val="150000"/>
              </a:lnSpc>
              <a:buAutoNum type="romanLcParenBoth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track-localized behavior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EB5965-0B32-3C5A-4DD0-EEEC10686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389" y="368678"/>
            <a:ext cx="3168081" cy="28553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C0813D-C5CF-08ED-C8CD-CCE891C06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441576" y="3429000"/>
            <a:ext cx="6191894" cy="29088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8297C5-B857-3E03-63E9-E9380303CF4F}"/>
              </a:ext>
            </a:extLst>
          </p:cNvPr>
          <p:cNvSpPr txBox="1"/>
          <p:nvPr/>
        </p:nvSpPr>
        <p:spPr>
          <a:xfrm rot="16200000">
            <a:off x="4472080" y="469876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Range (m)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→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FF4B9-A0C0-2B02-FC76-8B36C52AE56F}"/>
              </a:ext>
            </a:extLst>
          </p:cNvPr>
          <p:cNvSpPr txBox="1"/>
          <p:nvPr/>
        </p:nvSpPr>
        <p:spPr>
          <a:xfrm>
            <a:off x="7846757" y="6277761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Track Index</a:t>
            </a:r>
          </a:p>
        </p:txBody>
      </p:sp>
    </p:spTree>
    <p:extLst>
      <p:ext uri="{BB962C8B-B14F-4D97-AF65-F5344CB8AC3E}">
        <p14:creationId xmlns:p14="http://schemas.microsoft.com/office/powerpoint/2010/main" val="216807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44CA-936B-7116-F707-596BF2A9F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9BBDD2-9904-A7D5-4E41-5E71F671C433}"/>
              </a:ext>
            </a:extLst>
          </p:cNvPr>
          <p:cNvSpPr txBox="1"/>
          <p:nvPr/>
        </p:nvSpPr>
        <p:spPr>
          <a:xfrm>
            <a:off x="227066" y="141706"/>
            <a:ext cx="2517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Georeference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B6C08-E07C-1265-235C-01705E9E8681}"/>
              </a:ext>
            </a:extLst>
          </p:cNvPr>
          <p:cNvSpPr txBox="1"/>
          <p:nvPr/>
        </p:nvSpPr>
        <p:spPr>
          <a:xfrm>
            <a:off x="573742" y="603371"/>
            <a:ext cx="11080376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Time-tagged LiDAR data (Tx start time + Rx samples) + platform navigation (position/attitude). Airborne demo explicitly uses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Applanix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POS AVX 510 and reports ~1 m footprint geolocation accuracy (1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σ)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8.5 km, with over-water maneuvers to estimate pointing biases.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alignment: synchronize LiDAR row/footprint timestamps to GNSS/INS time.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Range retrieval: estimate range to scattering surfaces from waveform timing relative to start pulse (Tx) and Rx gate.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Pointing model: convert wavelength channel → cross-track angle (calibrated wavelength-to-angle map) + apply attitude (roll/pitch/yaw) + boresight.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Ray–surface intersection: intersect LOS with Earth ellipsoid/DEM (or use waveform-derived range to solve 3D point along the LOS).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Calibration/refinement: solve residual biases (boresight, lever-arm, timing) using dedicated maneuvers / control surfaces; propagate uncertainties to products.</a:t>
            </a:r>
          </a:p>
        </p:txBody>
      </p:sp>
    </p:spTree>
    <p:extLst>
      <p:ext uri="{BB962C8B-B14F-4D97-AF65-F5344CB8AC3E}">
        <p14:creationId xmlns:p14="http://schemas.microsoft.com/office/powerpoint/2010/main" val="3479097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A9244-7E81-73FE-29FB-167D9464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1B1C80-E8A1-FD0A-5331-661516AC0F9D}"/>
              </a:ext>
            </a:extLst>
          </p:cNvPr>
          <p:cNvSpPr txBox="1"/>
          <p:nvPr/>
        </p:nvSpPr>
        <p:spPr>
          <a:xfrm>
            <a:off x="227066" y="141706"/>
            <a:ext cx="5430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Airborne / UAV observation mode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881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E523-DB7C-9BB6-1C3B-E075964C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F2EF34-039C-5136-554D-9D298052D138}"/>
              </a:ext>
            </a:extLst>
          </p:cNvPr>
          <p:cNvSpPr txBox="1"/>
          <p:nvPr/>
        </p:nvSpPr>
        <p:spPr>
          <a:xfrm>
            <a:off x="227066" y="141706"/>
            <a:ext cx="5430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Airborne / UAV observation mode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094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622F6-673D-9C96-556A-2BE3C1D4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A4B0F6-5BEE-8AA2-AF07-6CEFEBCBA143}"/>
              </a:ext>
            </a:extLst>
          </p:cNvPr>
          <p:cNvSpPr txBox="1"/>
          <p:nvPr/>
        </p:nvSpPr>
        <p:spPr>
          <a:xfrm>
            <a:off x="227066" y="141706"/>
            <a:ext cx="5430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Airborne / UAV observation mode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61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6B9F-B624-1190-FA40-22257598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A73ACD-9A81-5F5C-9A9F-A6F6EC7601FD}"/>
              </a:ext>
            </a:extLst>
          </p:cNvPr>
          <p:cNvSpPr txBox="1"/>
          <p:nvPr/>
        </p:nvSpPr>
        <p:spPr>
          <a:xfrm>
            <a:off x="227066" y="141706"/>
            <a:ext cx="5430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Airborne / UAV observation mode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907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1A5D3-2008-3F37-9276-2985523B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22288-CDC5-FAD4-D6E1-E9F2FBA91C3F}"/>
              </a:ext>
            </a:extLst>
          </p:cNvPr>
          <p:cNvSpPr txBox="1"/>
          <p:nvPr/>
        </p:nvSpPr>
        <p:spPr>
          <a:xfrm>
            <a:off x="227066" y="141706"/>
            <a:ext cx="5430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Airborne / UAV observation mode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191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97A6A-A20E-565E-B92E-8E9F18B5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C328F6-1DA1-DB0D-2B0C-386C85C97F0D}"/>
              </a:ext>
            </a:extLst>
          </p:cNvPr>
          <p:cNvSpPr txBox="1"/>
          <p:nvPr/>
        </p:nvSpPr>
        <p:spPr>
          <a:xfrm>
            <a:off x="227066" y="141706"/>
            <a:ext cx="5430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Airborne / UAV observation mode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741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3E27-E1B8-1FD7-238F-060105E8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07816-984E-7634-FEDE-5BDF9C5A5C4B}"/>
              </a:ext>
            </a:extLst>
          </p:cNvPr>
          <p:cNvSpPr txBox="1"/>
          <p:nvPr/>
        </p:nvSpPr>
        <p:spPr>
          <a:xfrm>
            <a:off x="227066" y="141706"/>
            <a:ext cx="5430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Airborne / UAV observation mode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463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9A1C-1C0E-006D-A9C4-A327034CB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8D42B6-49E9-89CF-DEA9-3F4DE73CA49B}"/>
              </a:ext>
            </a:extLst>
          </p:cNvPr>
          <p:cNvSpPr txBox="1"/>
          <p:nvPr/>
        </p:nvSpPr>
        <p:spPr>
          <a:xfrm>
            <a:off x="227066" y="141706"/>
            <a:ext cx="5430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Airborne / UAV observation mode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923665"/>
      </p:ext>
    </p:extLst>
  </p:cSld>
  <p:clrMapOvr>
    <a:masterClrMapping/>
  </p:clrMapOvr>
</p:sld>
</file>

<file path=ppt/theme/theme1.xml><?xml version="1.0" encoding="utf-8"?>
<a:theme xmlns:a="http://schemas.openxmlformats.org/drawingml/2006/main" name="MyLab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MyLabTemplate</Template>
  <TotalTime>2882</TotalTime>
  <Words>991</Words>
  <Application>Microsoft Office PowerPoint</Application>
  <PresentationFormat>Widescreen</PresentationFormat>
  <Paragraphs>68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Candara</vt:lpstr>
      <vt:lpstr>Century Gothic</vt:lpstr>
      <vt:lpstr>Courier New</vt:lpstr>
      <vt:lpstr>Wingdings</vt:lpstr>
      <vt:lpstr>MyLabTemplate</vt:lpstr>
      <vt:lpstr>CASALS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Tian, Xiangxi</dc:creator>
  <cp:lastModifiedBy>Jiageng Zhong</cp:lastModifiedBy>
  <cp:revision>3</cp:revision>
  <cp:lastPrinted>2023-03-20T21:48:00Z</cp:lastPrinted>
  <dcterms:created xsi:type="dcterms:W3CDTF">2023-03-13T20:22:00Z</dcterms:created>
  <dcterms:modified xsi:type="dcterms:W3CDTF">2026-02-08T15:59:52Z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CA90B532ADC54537AAF9D2451E2C1153_12</vt:lpwstr>
  </property>
  <property fmtid="{D5CDD505-2E9C-101B-9397-08002B2CF9AE}" pid="3" name="KSOProductBuildVer">
    <vt:lpwstr>2052-12.1.0.20305</vt:lpwstr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2025-03-16T16:54:59Z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e8e0e3cd-6669-4278-ab21-f3c13c1359ea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50, 3, 0, 1</vt:lpwstr>
  </property>
</Properties>
</file>