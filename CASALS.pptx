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571" r:id="rId3"/>
    <p:sldId id="572" r:id="rId4"/>
    <p:sldId id="575" r:id="rId5"/>
    <p:sldId id="577" r:id="rId6"/>
    <p:sldId id="573" r:id="rId7"/>
    <p:sldId id="574" r:id="rId8"/>
    <p:sldId id="578" r:id="rId9"/>
    <p:sldId id="586" r:id="rId10"/>
    <p:sldId id="576" r:id="rId11"/>
    <p:sldId id="580" r:id="rId12"/>
    <p:sldId id="579" r:id="rId13"/>
    <p:sldId id="581" r:id="rId14"/>
    <p:sldId id="583" r:id="rId15"/>
    <p:sldId id="582" r:id="rId16"/>
    <p:sldId id="584" r:id="rId17"/>
    <p:sldId id="585" r:id="rId18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571"/>
            <p14:sldId id="572"/>
            <p14:sldId id="575"/>
            <p14:sldId id="577"/>
            <p14:sldId id="573"/>
            <p14:sldId id="574"/>
            <p14:sldId id="578"/>
            <p14:sldId id="586"/>
            <p14:sldId id="576"/>
            <p14:sldId id="580"/>
            <p14:sldId id="579"/>
            <p14:sldId id="581"/>
            <p14:sldId id="583"/>
            <p14:sldId id="582"/>
            <p14:sldId id="584"/>
            <p14:sldId id="58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747E727-3C78-4E35-A236-66E6CD3D4D99}" v="85" dt="2026-06-19T14:15:27.8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>
        <p:scale>
          <a:sx n="150" d="100"/>
          <a:sy n="150" d="100"/>
        </p:scale>
        <p:origin x="597" y="2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06-19T14:15:27.859" v="1493" actId="1076"/>
      <pc:docMkLst>
        <pc:docMk/>
      </pc:docMkLst>
      <pc:sldChg chg="addSp delSp modSp mod">
        <pc:chgData name="Jiageng Zhong" userId="b52c9415-1ab4-4841-99d2-946641921277" providerId="ADAL" clId="{8EC3C21B-848A-4780-93CD-51C3A3128A88}" dt="2026-06-18T18:06:08.510" v="972" actId="20577"/>
        <pc:sldMkLst>
          <pc:docMk/>
          <pc:sldMk cId="2174094271" sldId="579"/>
        </pc:sldMkLst>
        <pc:spChg chg="mod">
          <ac:chgData name="Jiageng Zhong" userId="b52c9415-1ab4-4841-99d2-946641921277" providerId="ADAL" clId="{8EC3C21B-848A-4780-93CD-51C3A3128A88}" dt="2026-06-17T23:58:01.669" v="655" actId="20577"/>
          <ac:spMkLst>
            <pc:docMk/>
            <pc:sldMk cId="2174094271" sldId="579"/>
            <ac:spMk id="2" creationId="{1AF2EF34-039C-5136-554D-9D298052D138}"/>
          </ac:spMkLst>
        </pc:spChg>
        <pc:spChg chg="add mod">
          <ac:chgData name="Jiageng Zhong" userId="b52c9415-1ab4-4841-99d2-946641921277" providerId="ADAL" clId="{8EC3C21B-848A-4780-93CD-51C3A3128A88}" dt="2026-06-18T18:06:08.510" v="972" actId="20577"/>
          <ac:spMkLst>
            <pc:docMk/>
            <pc:sldMk cId="2174094271" sldId="579"/>
            <ac:spMk id="4" creationId="{B8AF33C8-EFA2-4C71-5A09-F5D190643538}"/>
          </ac:spMkLst>
        </pc:spChg>
        <pc:spChg chg="add mod">
          <ac:chgData name="Jiageng Zhong" userId="b52c9415-1ab4-4841-99d2-946641921277" providerId="ADAL" clId="{8EC3C21B-848A-4780-93CD-51C3A3128A88}" dt="2026-06-17T23:59:52.877" v="663" actId="123"/>
          <ac:spMkLst>
            <pc:docMk/>
            <pc:sldMk cId="2174094271" sldId="579"/>
            <ac:spMk id="8" creationId="{52EFDEDD-6980-1782-B215-852019A77CE6}"/>
          </ac:spMkLst>
        </pc:spChg>
        <pc:spChg chg="add mod">
          <ac:chgData name="Jiageng Zhong" userId="b52c9415-1ab4-4841-99d2-946641921277" providerId="ADAL" clId="{8EC3C21B-848A-4780-93CD-51C3A3128A88}" dt="2026-06-18T00:41:24.645" v="701" actId="1076"/>
          <ac:spMkLst>
            <pc:docMk/>
            <pc:sldMk cId="2174094271" sldId="579"/>
            <ac:spMk id="10" creationId="{27B0FD65-FE21-5B80-A449-8AE26BEC34A6}"/>
          </ac:spMkLst>
        </pc:spChg>
        <pc:spChg chg="add mod">
          <ac:chgData name="Jiageng Zhong" userId="b52c9415-1ab4-4841-99d2-946641921277" providerId="ADAL" clId="{8EC3C21B-848A-4780-93CD-51C3A3128A88}" dt="2026-06-18T00:41:14.106" v="698" actId="1076"/>
          <ac:spMkLst>
            <pc:docMk/>
            <pc:sldMk cId="2174094271" sldId="579"/>
            <ac:spMk id="11" creationId="{1A17B51D-6F9D-B2B9-74AF-1FB459B070BD}"/>
          </ac:spMkLst>
        </pc:spChg>
        <pc:picChg chg="add mod">
          <ac:chgData name="Jiageng Zhong" userId="b52c9415-1ab4-4841-99d2-946641921277" providerId="ADAL" clId="{8EC3C21B-848A-4780-93CD-51C3A3128A88}" dt="2026-06-18T00:41:19.464" v="700" actId="1076"/>
          <ac:picMkLst>
            <pc:docMk/>
            <pc:sldMk cId="2174094271" sldId="579"/>
            <ac:picMk id="9" creationId="{3D43D129-154F-9571-20F7-D441C64F13FC}"/>
          </ac:picMkLst>
        </pc:picChg>
      </pc:sldChg>
      <pc:sldChg chg="addSp delSp modSp add mod ord">
        <pc:chgData name="Jiageng Zhong" userId="b52c9415-1ab4-4841-99d2-946641921277" providerId="ADAL" clId="{8EC3C21B-848A-4780-93CD-51C3A3128A88}" dt="2026-06-17T23:52:38.822" v="622" actId="20577"/>
        <pc:sldMkLst>
          <pc:docMk/>
          <pc:sldMk cId="149061395" sldId="580"/>
        </pc:sldMkLst>
        <pc:spChg chg="add mod">
          <ac:chgData name="Jiageng Zhong" userId="b52c9415-1ab4-4841-99d2-946641921277" providerId="ADAL" clId="{8EC3C21B-848A-4780-93CD-51C3A3128A88}" dt="2026-06-17T23:52:38.822" v="622" actId="20577"/>
          <ac:spMkLst>
            <pc:docMk/>
            <pc:sldMk cId="149061395" sldId="580"/>
            <ac:spMk id="3" creationId="{F3CFA3F1-91FC-68B7-A03A-D5FC93B97B74}"/>
          </ac:spMkLst>
        </pc:spChg>
      </pc:sldChg>
      <pc:sldChg chg="addSp delSp modSp mod delAnim modAnim">
        <pc:chgData name="Jiageng Zhong" userId="b52c9415-1ab4-4841-99d2-946641921277" providerId="ADAL" clId="{8EC3C21B-848A-4780-93CD-51C3A3128A88}" dt="2026-06-19T13:09:23.197" v="1390" actId="1076"/>
        <pc:sldMkLst>
          <pc:docMk/>
          <pc:sldMk cId="821907803" sldId="581"/>
        </pc:sldMkLst>
        <pc:spChg chg="mod">
          <ac:chgData name="Jiageng Zhong" userId="b52c9415-1ab4-4841-99d2-946641921277" providerId="ADAL" clId="{8EC3C21B-848A-4780-93CD-51C3A3128A88}" dt="2026-06-18T00:41:36.679" v="716" actId="20577"/>
          <ac:spMkLst>
            <pc:docMk/>
            <pc:sldMk cId="821907803" sldId="581"/>
            <ac:spMk id="2" creationId="{FCA73ACD-9A81-5F5C-9A9F-A6F6EC7601FD}"/>
          </ac:spMkLst>
        </pc:spChg>
        <pc:picChg chg="add del mod">
          <ac:chgData name="Jiageng Zhong" userId="b52c9415-1ab4-4841-99d2-946641921277" providerId="ADAL" clId="{8EC3C21B-848A-4780-93CD-51C3A3128A88}" dt="2026-06-18T00:04:19.602" v="668" actId="478"/>
          <ac:picMkLst>
            <pc:docMk/>
            <pc:sldMk cId="821907803" sldId="581"/>
            <ac:picMk id="3" creationId="{B7E50A62-77B8-743E-A6D2-B9FD2D85EF9B}"/>
          </ac:picMkLst>
        </pc:picChg>
        <pc:picChg chg="add mod">
          <ac:chgData name="Jiageng Zhong" userId="b52c9415-1ab4-4841-99d2-946641921277" providerId="ADAL" clId="{8EC3C21B-848A-4780-93CD-51C3A3128A88}" dt="2026-06-19T13:09:23.197" v="1390" actId="1076"/>
          <ac:picMkLst>
            <pc:docMk/>
            <pc:sldMk cId="821907803" sldId="581"/>
            <ac:picMk id="3" creationId="{C6B802D0-01CD-B160-DCE6-DE9A85CD2452}"/>
          </ac:picMkLst>
        </pc:picChg>
        <pc:picChg chg="add del mod ord">
          <ac:chgData name="Jiageng Zhong" userId="b52c9415-1ab4-4841-99d2-946641921277" providerId="ADAL" clId="{8EC3C21B-848A-4780-93CD-51C3A3128A88}" dt="2026-06-19T13:09:06.403" v="1386" actId="478"/>
          <ac:picMkLst>
            <pc:docMk/>
            <pc:sldMk cId="821907803" sldId="581"/>
            <ac:picMk id="4" creationId="{5AF826A6-6DDB-DA27-A4D0-DD012B48B78B}"/>
          </ac:picMkLst>
        </pc:picChg>
      </pc:sldChg>
      <pc:sldChg chg="addSp delSp modSp mod">
        <pc:chgData name="Jiageng Zhong" userId="b52c9415-1ab4-4841-99d2-946641921277" providerId="ADAL" clId="{8EC3C21B-848A-4780-93CD-51C3A3128A88}" dt="2026-06-19T02:32:51.693" v="1385" actId="2711"/>
        <pc:sldMkLst>
          <pc:docMk/>
          <pc:sldMk cId="3556191564" sldId="582"/>
        </pc:sldMkLst>
        <pc:spChg chg="mod">
          <ac:chgData name="Jiageng Zhong" userId="b52c9415-1ab4-4841-99d2-946641921277" providerId="ADAL" clId="{8EC3C21B-848A-4780-93CD-51C3A3128A88}" dt="2026-06-18T00:42:19.739" v="762" actId="20577"/>
          <ac:spMkLst>
            <pc:docMk/>
            <pc:sldMk cId="3556191564" sldId="582"/>
            <ac:spMk id="2" creationId="{6BD22288-CDC5-FAD4-D6E1-E9F2FBA91C3F}"/>
          </ac:spMkLst>
        </pc:spChg>
        <pc:spChg chg="add del mod">
          <ac:chgData name="Jiageng Zhong" userId="b52c9415-1ab4-4841-99d2-946641921277" providerId="ADAL" clId="{8EC3C21B-848A-4780-93CD-51C3A3128A88}" dt="2026-06-18T13:48:22.614" v="921"/>
          <ac:spMkLst>
            <pc:docMk/>
            <pc:sldMk cId="3556191564" sldId="582"/>
            <ac:spMk id="5" creationId="{598F0EAF-599D-12BB-2273-30F920E36FCC}"/>
          </ac:spMkLst>
        </pc:spChg>
        <pc:spChg chg="add mod">
          <ac:chgData name="Jiageng Zhong" userId="b52c9415-1ab4-4841-99d2-946641921277" providerId="ADAL" clId="{8EC3C21B-848A-4780-93CD-51C3A3128A88}" dt="2026-06-19T01:20:13.386" v="1148" actId="164"/>
          <ac:spMkLst>
            <pc:docMk/>
            <pc:sldMk cId="3556191564" sldId="582"/>
            <ac:spMk id="6" creationId="{709403E5-90E8-D23A-6B14-DC16CFA14655}"/>
          </ac:spMkLst>
        </pc:spChg>
        <pc:spChg chg="add">
          <ac:chgData name="Jiageng Zhong" userId="b52c9415-1ab4-4841-99d2-946641921277" providerId="ADAL" clId="{8EC3C21B-848A-4780-93CD-51C3A3128A88}" dt="2026-06-18T13:48:19.739" v="919"/>
          <ac:spMkLst>
            <pc:docMk/>
            <pc:sldMk cId="3556191564" sldId="582"/>
            <ac:spMk id="7" creationId="{4BE7821A-E59B-A753-A49E-DC0A488E4E6B}"/>
          </ac:spMkLst>
        </pc:spChg>
        <pc:spChg chg="add mod">
          <ac:chgData name="Jiageng Zhong" userId="b52c9415-1ab4-4841-99d2-946641921277" providerId="ADAL" clId="{8EC3C21B-848A-4780-93CD-51C3A3128A88}" dt="2026-06-18T13:48:31.813" v="924" actId="14100"/>
          <ac:spMkLst>
            <pc:docMk/>
            <pc:sldMk cId="3556191564" sldId="582"/>
            <ac:spMk id="8" creationId="{A2C82124-9FD9-C391-9256-FD575107C038}"/>
          </ac:spMkLst>
        </pc:spChg>
        <pc:spChg chg="add del mod">
          <ac:chgData name="Jiageng Zhong" userId="b52c9415-1ab4-4841-99d2-946641921277" providerId="ADAL" clId="{8EC3C21B-848A-4780-93CD-51C3A3128A88}" dt="2026-06-18T16:41:30.549" v="948" actId="478"/>
          <ac:spMkLst>
            <pc:docMk/>
            <pc:sldMk cId="3556191564" sldId="582"/>
            <ac:spMk id="9" creationId="{581B3ABD-1718-702A-2E8A-88844ABFEB98}"/>
          </ac:spMkLst>
        </pc:spChg>
        <pc:spChg chg="add">
          <ac:chgData name="Jiageng Zhong" userId="b52c9415-1ab4-4841-99d2-946641921277" providerId="ADAL" clId="{8EC3C21B-848A-4780-93CD-51C3A3128A88}" dt="2026-06-18T16:41:27.350" v="947"/>
          <ac:spMkLst>
            <pc:docMk/>
            <pc:sldMk cId="3556191564" sldId="582"/>
            <ac:spMk id="10" creationId="{BE82E25D-01C7-EE02-9A65-0FF3E52196E0}"/>
          </ac:spMkLst>
        </pc:spChg>
        <pc:spChg chg="add mod">
          <ac:chgData name="Jiageng Zhong" userId="b52c9415-1ab4-4841-99d2-946641921277" providerId="ADAL" clId="{8EC3C21B-848A-4780-93CD-51C3A3128A88}" dt="2026-06-19T01:20:20.098" v="1196" actId="1036"/>
          <ac:spMkLst>
            <pc:docMk/>
            <pc:sldMk cId="3556191564" sldId="582"/>
            <ac:spMk id="11" creationId="{6540E2CE-161D-6227-991D-044213C8CCE5}"/>
          </ac:spMkLst>
        </pc:spChg>
        <pc:spChg chg="add mod">
          <ac:chgData name="Jiageng Zhong" userId="b52c9415-1ab4-4841-99d2-946641921277" providerId="ADAL" clId="{8EC3C21B-848A-4780-93CD-51C3A3128A88}" dt="2026-06-19T02:32:51.693" v="1385" actId="2711"/>
          <ac:spMkLst>
            <pc:docMk/>
            <pc:sldMk cId="3556191564" sldId="582"/>
            <ac:spMk id="19" creationId="{057486EE-D177-975A-DF27-739BC042458F}"/>
          </ac:spMkLst>
        </pc:spChg>
        <pc:grpChg chg="add mod">
          <ac:chgData name="Jiageng Zhong" userId="b52c9415-1ab4-4841-99d2-946641921277" providerId="ADAL" clId="{8EC3C21B-848A-4780-93CD-51C3A3128A88}" dt="2026-06-19T02:32:07.069" v="1333" actId="14100"/>
          <ac:grpSpMkLst>
            <pc:docMk/>
            <pc:sldMk cId="3556191564" sldId="582"/>
            <ac:grpSpMk id="12" creationId="{5B11DB70-2E78-8985-326A-4218E0859CBB}"/>
          </ac:grpSpMkLst>
        </pc:grpChg>
        <pc:picChg chg="add mod modCrop">
          <ac:chgData name="Jiageng Zhong" userId="b52c9415-1ab4-4841-99d2-946641921277" providerId="ADAL" clId="{8EC3C21B-848A-4780-93CD-51C3A3128A88}" dt="2026-06-19T01:20:13.386" v="1148" actId="164"/>
          <ac:picMkLst>
            <pc:docMk/>
            <pc:sldMk cId="3556191564" sldId="582"/>
            <ac:picMk id="4" creationId="{5C56AADC-8D72-FF9B-50C6-EEA7CEF62FAF}"/>
          </ac:picMkLst>
        </pc:picChg>
        <pc:picChg chg="add del mod modCrop">
          <ac:chgData name="Jiageng Zhong" userId="b52c9415-1ab4-4841-99d2-946641921277" providerId="ADAL" clId="{8EC3C21B-848A-4780-93CD-51C3A3128A88}" dt="2026-06-19T02:16:35.224" v="1323" actId="478"/>
          <ac:picMkLst>
            <pc:docMk/>
            <pc:sldMk cId="3556191564" sldId="582"/>
            <ac:picMk id="14" creationId="{924EDEE8-F249-FF80-4805-1FA4AE4B2BFE}"/>
          </ac:picMkLst>
        </pc:picChg>
        <pc:picChg chg="add del mod">
          <ac:chgData name="Jiageng Zhong" userId="b52c9415-1ab4-4841-99d2-946641921277" providerId="ADAL" clId="{8EC3C21B-848A-4780-93CD-51C3A3128A88}" dt="2026-06-19T02:16:43.384" v="1326" actId="478"/>
          <ac:picMkLst>
            <pc:docMk/>
            <pc:sldMk cId="3556191564" sldId="582"/>
            <ac:picMk id="16" creationId="{A3B5793D-C64B-7D37-9FBD-96006167612A}"/>
          </ac:picMkLst>
        </pc:picChg>
        <pc:picChg chg="add mod modCrop">
          <ac:chgData name="Jiageng Zhong" userId="b52c9415-1ab4-4841-99d2-946641921277" providerId="ADAL" clId="{8EC3C21B-848A-4780-93CD-51C3A3128A88}" dt="2026-06-19T02:32:13.599" v="1335" actId="14100"/>
          <ac:picMkLst>
            <pc:docMk/>
            <pc:sldMk cId="3556191564" sldId="582"/>
            <ac:picMk id="18" creationId="{E7E1098E-3B4F-5C11-C80D-035D19E88624}"/>
          </ac:picMkLst>
        </pc:picChg>
      </pc:sldChg>
      <pc:sldChg chg="addSp delSp modSp mod ord">
        <pc:chgData name="Jiageng Zhong" userId="b52c9415-1ab4-4841-99d2-946641921277" providerId="ADAL" clId="{8EC3C21B-848A-4780-93CD-51C3A3128A88}" dt="2026-06-19T02:07:08.871" v="1318" actId="1076"/>
        <pc:sldMkLst>
          <pc:docMk/>
          <pc:sldMk cId="1014741727" sldId="583"/>
        </pc:sldMkLst>
        <pc:spChg chg="mod">
          <ac:chgData name="Jiageng Zhong" userId="b52c9415-1ab4-4841-99d2-946641921277" providerId="ADAL" clId="{8EC3C21B-848A-4780-93CD-51C3A3128A88}" dt="2026-06-18T18:33:46.069" v="978" actId="20577"/>
          <ac:spMkLst>
            <pc:docMk/>
            <pc:sldMk cId="1014741727" sldId="583"/>
            <ac:spMk id="2" creationId="{F8C328F6-1DA1-DB0D-2B0C-386C85C97F0D}"/>
          </ac:spMkLst>
        </pc:spChg>
        <pc:spChg chg="add mod">
          <ac:chgData name="Jiageng Zhong" userId="b52c9415-1ab4-4841-99d2-946641921277" providerId="ADAL" clId="{8EC3C21B-848A-4780-93CD-51C3A3128A88}" dt="2026-06-19T02:07:06.337" v="1317" actId="1076"/>
          <ac:spMkLst>
            <pc:docMk/>
            <pc:sldMk cId="1014741727" sldId="583"/>
            <ac:spMk id="10" creationId="{4B87459E-61C4-F6EB-C371-A91E18F0F84E}"/>
          </ac:spMkLst>
        </pc:spChg>
        <pc:picChg chg="add del mod modCrop">
          <ac:chgData name="Jiageng Zhong" userId="b52c9415-1ab4-4841-99d2-946641921277" providerId="ADAL" clId="{8EC3C21B-848A-4780-93CD-51C3A3128A88}" dt="2026-06-19T01:51:35.968" v="1240" actId="478"/>
          <ac:picMkLst>
            <pc:docMk/>
            <pc:sldMk cId="1014741727" sldId="583"/>
            <ac:picMk id="4" creationId="{C2B665B0-C2B1-250F-41F0-E81F2D825746}"/>
          </ac:picMkLst>
        </pc:picChg>
        <pc:picChg chg="add del mod">
          <ac:chgData name="Jiageng Zhong" userId="b52c9415-1ab4-4841-99d2-946641921277" providerId="ADAL" clId="{8EC3C21B-848A-4780-93CD-51C3A3128A88}" dt="2026-06-19T01:51:51.619" v="1247" actId="478"/>
          <ac:picMkLst>
            <pc:docMk/>
            <pc:sldMk cId="1014741727" sldId="583"/>
            <ac:picMk id="6" creationId="{FA02B7E2-BE12-3C6C-E876-8583A1F713CB}"/>
          </ac:picMkLst>
        </pc:picChg>
        <pc:picChg chg="add del mod">
          <ac:chgData name="Jiageng Zhong" userId="b52c9415-1ab4-4841-99d2-946641921277" providerId="ADAL" clId="{8EC3C21B-848A-4780-93CD-51C3A3128A88}" dt="2026-06-19T01:51:49.523" v="1246" actId="478"/>
          <ac:picMkLst>
            <pc:docMk/>
            <pc:sldMk cId="1014741727" sldId="583"/>
            <ac:picMk id="7" creationId="{A2061B0B-400E-3D1B-6D32-3D89D0D737FB}"/>
          </ac:picMkLst>
        </pc:picChg>
        <pc:picChg chg="add mod ord">
          <ac:chgData name="Jiageng Zhong" userId="b52c9415-1ab4-4841-99d2-946641921277" providerId="ADAL" clId="{8EC3C21B-848A-4780-93CD-51C3A3128A88}" dt="2026-06-19T02:07:08.871" v="1318" actId="1076"/>
          <ac:picMkLst>
            <pc:docMk/>
            <pc:sldMk cId="1014741727" sldId="583"/>
            <ac:picMk id="9" creationId="{30466B69-93C6-A0A3-B9D6-AFBFD12944ED}"/>
          </ac:picMkLst>
        </pc:picChg>
      </pc:sldChg>
      <pc:sldChg chg="addSp delSp modSp mod">
        <pc:chgData name="Jiageng Zhong" userId="b52c9415-1ab4-4841-99d2-946641921277" providerId="ADAL" clId="{8EC3C21B-848A-4780-93CD-51C3A3128A88}" dt="2026-06-19T01:34:00.242" v="1239" actId="20577"/>
        <pc:sldMkLst>
          <pc:docMk/>
          <pc:sldMk cId="665463517" sldId="584"/>
        </pc:sldMkLst>
        <pc:spChg chg="mod">
          <ac:chgData name="Jiageng Zhong" userId="b52c9415-1ab4-4841-99d2-946641921277" providerId="ADAL" clId="{8EC3C21B-848A-4780-93CD-51C3A3128A88}" dt="2026-06-19T01:34:00.242" v="1239" actId="20577"/>
          <ac:spMkLst>
            <pc:docMk/>
            <pc:sldMk cId="665463517" sldId="584"/>
            <ac:spMk id="2" creationId="{2CB07816-984E-7634-FEDE-5BDF9C5A5C4B}"/>
          </ac:spMkLst>
        </pc:spChg>
        <pc:spChg chg="add del">
          <ac:chgData name="Jiageng Zhong" userId="b52c9415-1ab4-4841-99d2-946641921277" providerId="ADAL" clId="{8EC3C21B-848A-4780-93CD-51C3A3128A88}" dt="2026-06-19T01:15:42.615" v="1060" actId="478"/>
          <ac:spMkLst>
            <pc:docMk/>
            <pc:sldMk cId="665463517" sldId="584"/>
            <ac:spMk id="9" creationId="{1DB2692D-2A33-115F-4A65-43E32ABEC679}"/>
          </ac:spMkLst>
        </pc:spChg>
        <pc:spChg chg="add del mod">
          <ac:chgData name="Jiageng Zhong" userId="b52c9415-1ab4-4841-99d2-946641921277" providerId="ADAL" clId="{8EC3C21B-848A-4780-93CD-51C3A3128A88}" dt="2026-06-19T01:17:28.557" v="1068" actId="478"/>
          <ac:spMkLst>
            <pc:docMk/>
            <pc:sldMk cId="665463517" sldId="584"/>
            <ac:spMk id="10" creationId="{588B45A7-A19B-B378-726D-7AC933C61E26}"/>
          </ac:spMkLst>
        </pc:spChg>
        <pc:spChg chg="add del mod">
          <ac:chgData name="Jiageng Zhong" userId="b52c9415-1ab4-4841-99d2-946641921277" providerId="ADAL" clId="{8EC3C21B-848A-4780-93CD-51C3A3128A88}" dt="2026-06-19T01:17:28.557" v="1068" actId="478"/>
          <ac:spMkLst>
            <pc:docMk/>
            <pc:sldMk cId="665463517" sldId="584"/>
            <ac:spMk id="11" creationId="{37B51B63-B3A3-1658-A182-679988A7319E}"/>
          </ac:spMkLst>
        </pc:spChg>
        <pc:spChg chg="add mod">
          <ac:chgData name="Jiageng Zhong" userId="b52c9415-1ab4-4841-99d2-946641921277" providerId="ADAL" clId="{8EC3C21B-848A-4780-93CD-51C3A3128A88}" dt="2026-06-19T01:19:05.942" v="1088" actId="207"/>
          <ac:spMkLst>
            <pc:docMk/>
            <pc:sldMk cId="665463517" sldId="584"/>
            <ac:spMk id="12" creationId="{A6BBD25B-D331-2199-C0ED-097B9B59FC4D}"/>
          </ac:spMkLst>
        </pc:spChg>
        <pc:spChg chg="add mod">
          <ac:chgData name="Jiageng Zhong" userId="b52c9415-1ab4-4841-99d2-946641921277" providerId="ADAL" clId="{8EC3C21B-848A-4780-93CD-51C3A3128A88}" dt="2026-06-19T01:19:37.772" v="1128" actId="14100"/>
          <ac:spMkLst>
            <pc:docMk/>
            <pc:sldMk cId="665463517" sldId="584"/>
            <ac:spMk id="13" creationId="{F76585B2-8702-FE3E-6D4A-53737C8E59B1}"/>
          </ac:spMkLst>
        </pc:spChg>
        <pc:spChg chg="add mod">
          <ac:chgData name="Jiageng Zhong" userId="b52c9415-1ab4-4841-99d2-946641921277" providerId="ADAL" clId="{8EC3C21B-848A-4780-93CD-51C3A3128A88}" dt="2026-06-19T01:19:48.117" v="1142" actId="20577"/>
          <ac:spMkLst>
            <pc:docMk/>
            <pc:sldMk cId="665463517" sldId="584"/>
            <ac:spMk id="14" creationId="{CBD4419D-A367-DFA5-84E5-395C810F902B}"/>
          </ac:spMkLst>
        </pc:spChg>
        <pc:spChg chg="add mod">
          <ac:chgData name="Jiageng Zhong" userId="b52c9415-1ab4-4841-99d2-946641921277" providerId="ADAL" clId="{8EC3C21B-848A-4780-93CD-51C3A3128A88}" dt="2026-06-19T01:33:41.741" v="1207" actId="1076"/>
          <ac:spMkLst>
            <pc:docMk/>
            <pc:sldMk cId="665463517" sldId="584"/>
            <ac:spMk id="16" creationId="{650753AC-3B9D-78D3-1D79-9CFF08E727B5}"/>
          </ac:spMkLst>
        </pc:spChg>
        <pc:picChg chg="add mod modCrop">
          <ac:chgData name="Jiageng Zhong" userId="b52c9415-1ab4-4841-99d2-946641921277" providerId="ADAL" clId="{8EC3C21B-848A-4780-93CD-51C3A3128A88}" dt="2026-06-19T01:16:07.660" v="1066" actId="12788"/>
          <ac:picMkLst>
            <pc:docMk/>
            <pc:sldMk cId="665463517" sldId="584"/>
            <ac:picMk id="4" creationId="{4CD70A6C-97E6-4DA0-21E0-0B1994690085}"/>
          </ac:picMkLst>
        </pc:picChg>
        <pc:picChg chg="add mod modCrop">
          <ac:chgData name="Jiageng Zhong" userId="b52c9415-1ab4-4841-99d2-946641921277" providerId="ADAL" clId="{8EC3C21B-848A-4780-93CD-51C3A3128A88}" dt="2026-06-19T01:16:09.416" v="1067" actId="465"/>
          <ac:picMkLst>
            <pc:docMk/>
            <pc:sldMk cId="665463517" sldId="584"/>
            <ac:picMk id="6" creationId="{C730FA39-D9DA-3DFB-C6F8-44D064BA2C8D}"/>
          </ac:picMkLst>
        </pc:picChg>
        <pc:picChg chg="add mod modCrop">
          <ac:chgData name="Jiageng Zhong" userId="b52c9415-1ab4-4841-99d2-946641921277" providerId="ADAL" clId="{8EC3C21B-848A-4780-93CD-51C3A3128A88}" dt="2026-06-19T01:18:44.314" v="1084" actId="1076"/>
          <ac:picMkLst>
            <pc:docMk/>
            <pc:sldMk cId="665463517" sldId="584"/>
            <ac:picMk id="8" creationId="{5E88412E-AFCA-E0CE-4392-3B74DDD6FF43}"/>
          </ac:picMkLst>
        </pc:picChg>
      </pc:sldChg>
      <pc:sldChg chg="addSp modSp mod">
        <pc:chgData name="Jiageng Zhong" userId="b52c9415-1ab4-4841-99d2-946641921277" providerId="ADAL" clId="{8EC3C21B-848A-4780-93CD-51C3A3128A88}" dt="2026-06-19T14:15:27.859" v="1493" actId="1076"/>
        <pc:sldMkLst>
          <pc:docMk/>
          <pc:sldMk cId="430923665" sldId="585"/>
        </pc:sldMkLst>
        <pc:spChg chg="mod">
          <ac:chgData name="Jiageng Zhong" userId="b52c9415-1ab4-4841-99d2-946641921277" providerId="ADAL" clId="{8EC3C21B-848A-4780-93CD-51C3A3128A88}" dt="2026-06-19T14:07:00.479" v="1434" actId="20577"/>
          <ac:spMkLst>
            <pc:docMk/>
            <pc:sldMk cId="430923665" sldId="585"/>
            <ac:spMk id="2" creationId="{7E8D42B6-49E9-89CF-DEA9-3F4DE73CA49B}"/>
          </ac:spMkLst>
        </pc:spChg>
        <pc:spChg chg="add mod">
          <ac:chgData name="Jiageng Zhong" userId="b52c9415-1ab4-4841-99d2-946641921277" providerId="ADAL" clId="{8EC3C21B-848A-4780-93CD-51C3A3128A88}" dt="2026-06-19T14:15:27.859" v="1493" actId="1076"/>
          <ac:spMkLst>
            <pc:docMk/>
            <pc:sldMk cId="430923665" sldId="585"/>
            <ac:spMk id="3" creationId="{8D04ECD5-C077-FF73-1046-BC9FB9B058A7}"/>
          </ac:spMkLst>
        </pc:spChg>
        <pc:spChg chg="add mod">
          <ac:chgData name="Jiageng Zhong" userId="b52c9415-1ab4-4841-99d2-946641921277" providerId="ADAL" clId="{8EC3C21B-848A-4780-93CD-51C3A3128A88}" dt="2026-06-19T14:15:25.797" v="1492" actId="1076"/>
          <ac:spMkLst>
            <pc:docMk/>
            <pc:sldMk cId="430923665" sldId="585"/>
            <ac:spMk id="4" creationId="{27751EC8-9F2C-3369-AF8B-7403EDCFD40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1DBD1-6565-C482-DB65-5CABAF288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E16C131-5491-B91F-01FA-D3DB174844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9766" y="3879455"/>
            <a:ext cx="6372467" cy="255866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76E69CC-A7E1-2DB3-D078-9DF89306772F}"/>
              </a:ext>
            </a:extLst>
          </p:cNvPr>
          <p:cNvSpPr txBox="1"/>
          <p:nvPr/>
        </p:nvSpPr>
        <p:spPr>
          <a:xfrm>
            <a:off x="227066" y="141706"/>
            <a:ext cx="36455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 architecture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23406734-239C-07F3-3F01-02A0003AAD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4623" y="479845"/>
            <a:ext cx="1104275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CASALS (Concurrent Artificially-intelligent Spectrometry and Adaptive LiDAR System) is designed to acquire co-registered structure (range/waveform) and reflectance information over the same ground swath.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Primary CASALS LiDAR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Laser transmitter: wavelength-tuned pulsed emission (swath encoding)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Dispersive scan optics: </a:t>
            </a:r>
            <a:r>
              <a:rPr kumimoji="0" lang="el-G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λ→θ 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beam steering (cross-track swath, no scanner)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Receiver + detector: multi-channel, grating-filtered return capture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Electronics/FPGA + digitizer: time-tagging + full-waveform acquisition (range-gated)</a:t>
            </a:r>
          </a:p>
          <a:p>
            <a:pPr marL="0" marR="0" lvl="0" indent="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Airborne demo / measurement suite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GNSS/INS (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Applanix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pose/time for geotagging and georeferencing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Co-aligned hyperspectral imager (Headwall): VNIR–SWIR reflectance over the LiDAR swath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Look-ahead cameras (concept/flight suite): context imaging for real-time targeting decisions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0079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A6EEB-2961-DD58-E8D2-A573F4BC7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6322A9D-5140-6EE5-BD1C-5A6949800618}"/>
              </a:ext>
            </a:extLst>
          </p:cNvPr>
          <p:cNvSpPr txBox="1"/>
          <p:nvPr/>
        </p:nvSpPr>
        <p:spPr>
          <a:xfrm>
            <a:off x="227066" y="141706"/>
            <a:ext cx="3692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Observation principle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73F863-338A-A01C-EFA8-7BC57532D6F2}"/>
              </a:ext>
            </a:extLst>
          </p:cNvPr>
          <p:cNvSpPr txBox="1"/>
          <p:nvPr/>
        </p:nvSpPr>
        <p:spPr>
          <a:xfrm>
            <a:off x="623047" y="603371"/>
            <a:ext cx="10945906" cy="294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zh-CN" dirty="0">
                <a:latin typeface="Arial" panose="020B0604020202020204" pitchFamily="34" charset="0"/>
              </a:rPr>
              <a:t>H</a:t>
            </a:r>
            <a:r>
              <a:rPr lang="en-US" dirty="0">
                <a:latin typeface="Arial" panose="020B0604020202020204" pitchFamily="34" charset="0"/>
              </a:rPr>
              <a:t>ow CASALS forms a swath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Single beam, many footprints: CASALS sweeps laser wavelength, and a grating maps wavelength to cross-track angle, creating a dense footprint set across the swath.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Track concept: a sweep visits many cross-track footprint locations; successive sweeps can “fill” the swath (SCBI waveforms note).</a:t>
            </a:r>
          </a:p>
          <a:p>
            <a:pPr marL="285750" indent="-285750" algn="just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</a:rPr>
              <a:t>Full-waveform LiDAR: each footprint returns a digitized analog waveform (vs. photon list), supporting canopy/ground separation and complex scenes.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3F9B78A-F8FC-91CB-41EF-9CD60C51B44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111" t="7331" r="9485" b="6387"/>
          <a:stretch>
            <a:fillRect/>
          </a:stretch>
        </p:blipFill>
        <p:spPr>
          <a:xfrm>
            <a:off x="262719" y="3666565"/>
            <a:ext cx="11666562" cy="2752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2919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914D-5AA9-F86D-71BF-BA2757E8D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35D87B-96FC-D537-353E-C0D89911262E}"/>
              </a:ext>
            </a:extLst>
          </p:cNvPr>
          <p:cNvSpPr txBox="1"/>
          <p:nvPr/>
        </p:nvSpPr>
        <p:spPr>
          <a:xfrm>
            <a:off x="227066" y="141706"/>
            <a:ext cx="39340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 specifications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5A48B3E-20CD-377A-B3AB-BBB29496A0AE}"/>
              </a:ext>
            </a:extLst>
          </p:cNvPr>
          <p:cNvSpPr txBox="1"/>
          <p:nvPr/>
        </p:nvSpPr>
        <p:spPr>
          <a:xfrm>
            <a:off x="600635" y="799641"/>
            <a:ext cx="11205882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Spaceflight concept / targets (scalable track count)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Wavelength-to-angle swath mapping: fast wavelength tuning + dispersive grating in the telescope (no mechanical scanner).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Cross-track capacity (concept): a 30-nm tuning range can form ~1,200 resolvable cross-track spots over 0.825° (~7.2 km swath from 500-km orbit); any subset can be selected by wavelength switching.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Key implication: “track count” is a design degree of freedom (up to ~1,200 resolvable spots in the cited concept), not inherently fixed at 256.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prototype / datasets (256-track implementation)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Operating wavelength (prototype for Earth science): 1040 nm.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Channelization: 256 tuned wavelengths across ~13 nm; 2-ns pulse carved at each wavelength; amplified up to 3 kW peak power (design).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Receiver filtering/detection: grating-spectrometer receiver with ~0.8-nm passband per footprint; HgCdTe APD array; signals time-division multiplexed to two high-speed ADCs; range-gated digitization to reduce data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geometry @ 8.5 km: 0.67° total scan angle using 256 tuned wavelengths; ~110 m swath width; ~0.7 m overlapping footprints; ~0.43 m cross-track and ~0.24 m along-track spacing; waveform per footprint with ~20 detected photons (reported).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Airborne geometry @ ~5 km (SCBI note): 0.75° full-width scan; 32 footprints per sweep and 8 sweeps fill the swath to 256 overlapping footprints; ~0.24 m cross-track spacing; ~0.17 m along-track spacing at 80 m/s; ~65 m swath (and “equivalent” ~6.5 km from 500 km orbit).</a:t>
            </a:r>
          </a:p>
        </p:txBody>
      </p:sp>
    </p:spTree>
    <p:extLst>
      <p:ext uri="{BB962C8B-B14F-4D97-AF65-F5344CB8AC3E}">
        <p14:creationId xmlns:p14="http://schemas.microsoft.com/office/powerpoint/2010/main" val="2532852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44CA-936B-7116-F707-596BF2A9F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9BBDD2-9904-A7D5-4E41-5E71F671C433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BB6C08-E07C-1265-235C-01705E9E8681}"/>
              </a:ext>
            </a:extLst>
          </p:cNvPr>
          <p:cNvSpPr txBox="1"/>
          <p:nvPr/>
        </p:nvSpPr>
        <p:spPr>
          <a:xfrm>
            <a:off x="573742" y="603371"/>
            <a:ext cx="11080376" cy="544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Time-tagged LiDAR data (Tx start time + Rx samples) + platform navigation (position/attitude). Airborne demo explicitly uses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Applanix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POS AVX 510 and reports ~1 m footprint geolocation accuracy (1</a:t>
            </a:r>
            <a:r>
              <a:rPr lang="el-GR" dirty="0">
                <a:latin typeface="Arial" panose="020B0604020202020204" pitchFamily="34" charset="0"/>
                <a:cs typeface="Arial" panose="020B0604020202020204" pitchFamily="34" charset="0"/>
              </a:rPr>
              <a:t>σ)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from 8.5 km, with over-water maneuvers to estimate pointing biases.</a:t>
            </a:r>
          </a:p>
          <a:p>
            <a:pPr algn="just">
              <a:lnSpc>
                <a:spcPct val="150000"/>
              </a:lnSpc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Steps: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Time alignment: synchronize LiDAR row/footprint timestamps to GNSS/INS time.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retrieval: estimate range to scattering surfaces from waveform timing relative to start pulse (Tx) and Rx gate.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Pointing model: convert wavelength channel → cross-track angle (calibrated wavelength-to-angle map) + apply attitude (roll/pitch/yaw) + boresight.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Ray–surface intersection: intersect LOS with Earth ellipsoid/DEM (or use waveform-derived range to solve 3D point along the LOS).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Calibration/refinement: solve residual biases (boresight, lever-arm, timing) using dedicated maneuvers / control surfaces; propagate uncertainties to products.</a:t>
            </a:r>
          </a:p>
        </p:txBody>
      </p:sp>
    </p:spTree>
    <p:extLst>
      <p:ext uri="{BB962C8B-B14F-4D97-AF65-F5344CB8AC3E}">
        <p14:creationId xmlns:p14="http://schemas.microsoft.com/office/powerpoint/2010/main" val="3479097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1FB44-2018-375C-CC66-8B9FB11C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AD3D84-3A39-F429-01A1-20C101DD0312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7C0F491-05BD-8C80-10AF-F146269A74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120" y="603371"/>
            <a:ext cx="11427759" cy="25340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Cross-track steering: 256 tuned wavelengths spanning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0.67° total scan angle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yielding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~110 m swath from 8.5 km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altitude.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Footprint geometry (demo):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~0.7 m diameter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overlapping footprints;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~0.43 m cross-track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~0.24 m along-track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spacing.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Co-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boresighted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passive sensors: Headwall VNIR–SWIR </a:t>
            </a:r>
            <a:r>
              <a:rPr kumimoji="0" lang="en-US" altLang="en-US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pushbroom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+ frame cameras; frame cameras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 ~7° ahead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give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~8 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onboard analysis/retargeting.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623EAC-F747-B9EB-4067-444C6B7C06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51" y="2830434"/>
            <a:ext cx="11821498" cy="3609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4697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6AEE9-3BCD-8746-50EB-BBCE4439D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30F991-CE7D-AE2D-9C4B-15FFC988C05A}"/>
              </a:ext>
            </a:extLst>
          </p:cNvPr>
          <p:cNvSpPr txBox="1"/>
          <p:nvPr/>
        </p:nvSpPr>
        <p:spPr>
          <a:xfrm>
            <a:off x="227066" y="141706"/>
            <a:ext cx="54309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19DB83-CF7D-366F-16A9-AD6ED1574315}"/>
              </a:ext>
            </a:extLst>
          </p:cNvPr>
          <p:cNvSpPr txBox="1"/>
          <p:nvPr/>
        </p:nvSpPr>
        <p:spPr>
          <a:xfrm>
            <a:off x="331694" y="603371"/>
            <a:ext cx="5326282" cy="544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Wavelength-tuning points the laser beam cross-track over a full-width angle of 0.75° (0.013rad).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 tuning sweep targets 32 footprint locations distributed with equal spacing across the swath and 8 sweeps fill in the swath cross-track with 256 overlapping footprints.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cross-track footprint spacing is 0.24m at 5km ranging distance, equal to the FWHM diameter, forming a 65m wide swath (equivalent to 6.5km swath in 500km satellite orbit).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along-track footprint spacing is 0.17m at 80m/s aircraft ground speed, forming 256 parallel tracks.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3EB10C-4A2C-984B-A855-AAD7992D6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330" y="429153"/>
            <a:ext cx="5949976" cy="53638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BA756BC-C9E6-E4EF-F2DB-6C7BD435998B}"/>
              </a:ext>
            </a:extLst>
          </p:cNvPr>
          <p:cNvSpPr txBox="1"/>
          <p:nvPr/>
        </p:nvSpPr>
        <p:spPr>
          <a:xfrm>
            <a:off x="5910330" y="5792964"/>
            <a:ext cx="44341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Arial" panose="020B0604020202020204" pitchFamily="34" charset="0"/>
              </a:rPr>
              <a:t>12 of 256 Wavelength-tuned Tracks</a:t>
            </a:r>
          </a:p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>
                <a:latin typeface="Arial" panose="020B0604020202020204" pitchFamily="34" charset="0"/>
              </a:rPr>
              <a:t>Across the Airborne CASALS Lidar Swath</a:t>
            </a:r>
          </a:p>
        </p:txBody>
      </p:sp>
    </p:spTree>
    <p:extLst>
      <p:ext uri="{BB962C8B-B14F-4D97-AF65-F5344CB8AC3E}">
        <p14:creationId xmlns:p14="http://schemas.microsoft.com/office/powerpoint/2010/main" val="252992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9244-7E81-73FE-29FB-167D9464E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1B1C80-E8A1-FD0A-5331-661516AC0F9D}"/>
              </a:ext>
            </a:extLst>
          </p:cNvPr>
          <p:cNvSpPr txBox="1"/>
          <p:nvPr/>
        </p:nvSpPr>
        <p:spPr>
          <a:xfrm>
            <a:off x="227066" y="141706"/>
            <a:ext cx="657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 - TDMS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49C68B1-C0E8-1FCA-B6DD-8223374AB53A}"/>
              </a:ext>
            </a:extLst>
          </p:cNvPr>
          <p:cNvSpPr txBox="1"/>
          <p:nvPr/>
        </p:nvSpPr>
        <p:spPr>
          <a:xfrm>
            <a:off x="346897" y="651340"/>
            <a:ext cx="11498205" cy="58939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What the file represents (</a:t>
            </a:r>
            <a:r>
              <a:rPr lang="en-US" sz="1600" b="1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pushbroom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waveform LiDAR)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A TDMS file stores many along-track advances called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contains the full cross-track swath as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256 waveform footprints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(parallel tracks).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footprint is a 1D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int16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waveform sampled in time/range.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Key acquisition parameters (from TDMS group properties)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#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WVLSteps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/Sweep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steps per sweep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(typically 32)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# Sweeps/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ShiftCycle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 per 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(typically 8)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Sweeps/File =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rows per file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(number of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pushbroom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advances)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Derived: 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footprints_per_row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steps_per_sweep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× 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sweeps_per_cycle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= 32 × 8 = 256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 vs Step (the critical definitions)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Step (k)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one discrete cross-track pointing/position within a wavelength-tuning sweep (k = 0..31).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Sweep (j)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one pass through all steps (j = 0..7 within a shift cycle).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Why 8 sweeps?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Interleaving/fill-in across sweeps densifies cross-track sampling so one row becomes 256 footprints.</a:t>
            </a:r>
          </a:p>
          <a:p>
            <a:pPr algn="just">
              <a:spcAft>
                <a:spcPts val="600"/>
              </a:spcAft>
            </a:pP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Channel naming and meaning (how data is stored)</a:t>
            </a:r>
            <a:endParaRPr lang="en-US" sz="1600" b="0" i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TDMS contains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256 channels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named Sweep{j}Step{k} for all (</a:t>
            </a:r>
            <a:r>
              <a:rPr lang="en-US" sz="1600" b="0" i="0" dirty="0" err="1">
                <a:effectLst/>
                <a:latin typeface="Arial" panose="020B0604020202020204" pitchFamily="34" charset="0"/>
                <a:cs typeface="Arial" panose="020B0604020202020204" pitchFamily="34" charset="0"/>
              </a:rPr>
              <a:t>j,k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) pairs.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channel corresponds to a </a:t>
            </a:r>
            <a:r>
              <a:rPr lang="en-US" sz="1600" b="1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fixed footprint index</a:t>
            </a: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across the entire file (same cross-track position pattern).</a:t>
            </a:r>
          </a:p>
          <a:p>
            <a:pPr marL="742950" lvl="1" indent="-285750" algn="just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Each channel is stored as one long 1D stream made by concatenating all rows:</a:t>
            </a:r>
          </a:p>
          <a:p>
            <a:pPr lvl="2" algn="just">
              <a:spcAft>
                <a:spcPts val="600"/>
              </a:spcAft>
            </a:pPr>
            <a:r>
              <a:rPr lang="en-US" sz="1600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channel = [row0 waveform][row1 waveform] ... [rowN-1 waveform]</a:t>
            </a:r>
          </a:p>
        </p:txBody>
      </p:sp>
    </p:spTree>
    <p:extLst>
      <p:ext uri="{BB962C8B-B14F-4D97-AF65-F5344CB8AC3E}">
        <p14:creationId xmlns:p14="http://schemas.microsoft.com/office/powerpoint/2010/main" val="3981881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51A1C-89B0-A2D4-5167-8B6CC5FC4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B96F6B-AE07-2785-FD53-FE94AD45BA47}"/>
              </a:ext>
            </a:extLst>
          </p:cNvPr>
          <p:cNvSpPr txBox="1"/>
          <p:nvPr/>
        </p:nvSpPr>
        <p:spPr>
          <a:xfrm>
            <a:off x="227066" y="141706"/>
            <a:ext cx="65754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Airborne / UAV observation mode - TDMS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2DAE5-1984-7E7B-4C37-5A30B1A2ED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193" y="641580"/>
            <a:ext cx="10259613" cy="58551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533434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F07B-AD59-CA1F-E5A1-3ABFA4FA3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CB41BD-5286-CD50-0832-79504F037767}"/>
              </a:ext>
            </a:extLst>
          </p:cNvPr>
          <p:cNvSpPr txBox="1"/>
          <p:nvPr/>
        </p:nvSpPr>
        <p:spPr>
          <a:xfrm>
            <a:off x="227066" y="141706"/>
            <a:ext cx="48702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Nadir-port window reflections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2CDE9-92FF-0A30-C396-84DC910D29E3}"/>
              </a:ext>
            </a:extLst>
          </p:cNvPr>
          <p:cNvSpPr txBox="1"/>
          <p:nvPr/>
        </p:nvSpPr>
        <p:spPr>
          <a:xfrm>
            <a:off x="558530" y="971775"/>
            <a:ext cx="7216588" cy="461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 “nadir-port window” is a protective optical window in the nadir viewing path. A small fraction of the laser pulse can reflect off that window surface(s) and re-enter the receiver path, creating a strong instrumental ghost (non-geophysical) at a consistent range/time.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Possible ways to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detect: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fixed range bin / early-time consistency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abnormal amplitude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weak dependence on scene</a:t>
            </a:r>
          </a:p>
          <a:p>
            <a:pPr marL="400050" indent="-400050">
              <a:lnSpc>
                <a:spcPct val="150000"/>
              </a:lnSpc>
              <a:buAutoNum type="romanLcParenBoth"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track-localized behavior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0EB5965-0B32-3C5A-4DD0-EEEC10686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5389" y="368678"/>
            <a:ext cx="3168081" cy="285533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DC0813D-C5CF-08ED-C8CD-CCE891C068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8465388" y="3429000"/>
            <a:ext cx="3168081" cy="290885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68297C5-B857-3E03-63E9-E9380303CF4F}"/>
              </a:ext>
            </a:extLst>
          </p:cNvPr>
          <p:cNvSpPr txBox="1"/>
          <p:nvPr/>
        </p:nvSpPr>
        <p:spPr>
          <a:xfrm rot="16200000">
            <a:off x="7515082" y="4698762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(m)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→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4FF4B9-A0C0-2B02-FC76-8B36C52AE56F}"/>
              </a:ext>
            </a:extLst>
          </p:cNvPr>
          <p:cNvSpPr txBox="1"/>
          <p:nvPr/>
        </p:nvSpPr>
        <p:spPr>
          <a:xfrm>
            <a:off x="9381750" y="6259686"/>
            <a:ext cx="1381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 Index</a:t>
            </a:r>
          </a:p>
        </p:txBody>
      </p:sp>
    </p:spTree>
    <p:extLst>
      <p:ext uri="{BB962C8B-B14F-4D97-AF65-F5344CB8AC3E}">
        <p14:creationId xmlns:p14="http://schemas.microsoft.com/office/powerpoint/2010/main" val="21680706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622F6-673D-9C96-556A-2BE3C1D45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CFA3F1-91FC-68B7-A03A-D5FC93B97B74}"/>
              </a:ext>
            </a:extLst>
          </p:cNvPr>
          <p:cNvSpPr txBox="1"/>
          <p:nvPr/>
        </p:nvSpPr>
        <p:spPr>
          <a:xfrm>
            <a:off x="3127948" y="2812154"/>
            <a:ext cx="593610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latin typeface="Arial" panose="020B0604020202020204" pitchFamily="34" charset="0"/>
                <a:cs typeface="Arial" panose="020B0604020202020204" pitchFamily="34" charset="0"/>
              </a:rPr>
              <a:t>06.18</a:t>
            </a:r>
          </a:p>
        </p:txBody>
      </p:sp>
    </p:spTree>
    <p:extLst>
      <p:ext uri="{BB962C8B-B14F-4D97-AF65-F5344CB8AC3E}">
        <p14:creationId xmlns:p14="http://schemas.microsoft.com/office/powerpoint/2010/main" val="149061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AE523-DB7C-9BB6-1C3B-E075964C5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AF2EF34-039C-5136-554D-9D298052D138}"/>
              </a:ext>
            </a:extLst>
          </p:cNvPr>
          <p:cNvSpPr txBox="1"/>
          <p:nvPr/>
        </p:nvSpPr>
        <p:spPr>
          <a:xfrm>
            <a:off x="227066" y="141706"/>
            <a:ext cx="1199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AF33C8-EFA2-4C71-5A09-F5D190643538}"/>
              </a:ext>
            </a:extLst>
          </p:cNvPr>
          <p:cNvSpPr txBox="1"/>
          <p:nvPr/>
        </p:nvSpPr>
        <p:spPr>
          <a:xfrm>
            <a:off x="716530" y="2015669"/>
            <a:ext cx="223728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H5 file: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refh_longitude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refh_latitude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refh_height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refh_snr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refh_amp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refh_thres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good_snr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track_num</a:t>
            </a:r>
            <a:b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sweep_num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bg_mean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bg_std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……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EFDEDD-6980-1782-B215-852019A77CE6}"/>
              </a:ext>
            </a:extLst>
          </p:cNvPr>
          <p:cNvSpPr txBox="1"/>
          <p:nvPr/>
        </p:nvSpPr>
        <p:spPr>
          <a:xfrm>
            <a:off x="716530" y="659567"/>
            <a:ext cx="1064901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 L1B is a calibrated/geolocated sensor-level HDF5 product. In the current analysis, we use the </a:t>
            </a:r>
            <a:r>
              <a:rPr lang="en-US" u="sng" dirty="0" err="1"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reference-return fields as a Level-A point representation, together with signal attributes such as amplitude, background statistics, and SNR.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D43D129-154F-9571-20F7-D441C64F1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6016978" y="1480277"/>
            <a:ext cx="4914951" cy="451279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7B0FD65-FE21-5B80-A449-8AE26BEC34A6}"/>
              </a:ext>
            </a:extLst>
          </p:cNvPr>
          <p:cNvSpPr txBox="1"/>
          <p:nvPr/>
        </p:nvSpPr>
        <p:spPr>
          <a:xfrm rot="16200000">
            <a:off x="4936774" y="3552006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Range (m)</a:t>
            </a:r>
            <a:r>
              <a:rPr lang="zh-CN" altLang="en-US" dirty="0">
                <a:latin typeface="Arial" panose="020B0604020202020204" pitchFamily="34" charset="0"/>
                <a:cs typeface="Arial" panose="020B0604020202020204" pitchFamily="34" charset="0"/>
              </a:rPr>
              <a:t> →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17B51D-6F9D-B2B9-74AF-1FB459B070BD}"/>
              </a:ext>
            </a:extLst>
          </p:cNvPr>
          <p:cNvSpPr txBox="1"/>
          <p:nvPr/>
        </p:nvSpPr>
        <p:spPr>
          <a:xfrm>
            <a:off x="7783687" y="6049824"/>
            <a:ext cx="13815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Track Index</a:t>
            </a:r>
          </a:p>
        </p:txBody>
      </p:sp>
    </p:spTree>
    <p:extLst>
      <p:ext uri="{BB962C8B-B14F-4D97-AF65-F5344CB8AC3E}">
        <p14:creationId xmlns:p14="http://schemas.microsoft.com/office/powerpoint/2010/main" val="2174094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86B9F-B624-1190-FA40-222575982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A73ACD-9A81-5F5C-9A9F-A6F6EC7601FD}"/>
              </a:ext>
            </a:extLst>
          </p:cNvPr>
          <p:cNvSpPr txBox="1"/>
          <p:nvPr/>
        </p:nvSpPr>
        <p:spPr>
          <a:xfrm>
            <a:off x="227066" y="141706"/>
            <a:ext cx="1199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Data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casals_20241112_pushbroom_refh_snr">
            <a:hlinkClick r:id="" action="ppaction://media"/>
            <a:extLst>
              <a:ext uri="{FF2B5EF4-FFF2-40B4-BE49-F238E27FC236}">
                <a16:creationId xmlns:a16="http://schemas.microsoft.com/office/drawing/2014/main" id="{C6B802D0-01CD-B160-DCE6-DE9A85CD245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100" y="603371"/>
            <a:ext cx="10591800" cy="594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078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04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0466B69-93C6-A0A3-B9D6-AFBFD12944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507" y="141706"/>
            <a:ext cx="11052418" cy="629348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1215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DSM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7459E-61C4-F6EB-C371-A91E18F0F84E}"/>
              </a:ext>
            </a:extLst>
          </p:cNvPr>
          <p:cNvSpPr txBox="1"/>
          <p:nvPr/>
        </p:nvSpPr>
        <p:spPr>
          <a:xfrm>
            <a:off x="2820987" y="6155437"/>
            <a:ext cx="655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DSM is generated using points whose SNR&gt;=4.5.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1A5D3-2008-3F37-9276-2985523B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22288-CDC5-FAD4-D6E1-E9F2FBA91C3F}"/>
              </a:ext>
            </a:extLst>
          </p:cNvPr>
          <p:cNvSpPr txBox="1"/>
          <p:nvPr/>
        </p:nvSpPr>
        <p:spPr>
          <a:xfrm>
            <a:off x="227066" y="141706"/>
            <a:ext cx="1898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Elevation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B11DB70-2E78-8985-326A-4218E0859CBB}"/>
              </a:ext>
            </a:extLst>
          </p:cNvPr>
          <p:cNvGrpSpPr/>
          <p:nvPr/>
        </p:nvGrpSpPr>
        <p:grpSpPr>
          <a:xfrm>
            <a:off x="970383" y="1108075"/>
            <a:ext cx="4973217" cy="3388703"/>
            <a:chOff x="3453233" y="212330"/>
            <a:chExt cx="5468912" cy="373769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C56AADC-8D72-FF9B-50C6-EEA7CEF62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9459" t="14995" r="29647" b="12625"/>
            <a:stretch>
              <a:fillRect/>
            </a:stretch>
          </p:blipFill>
          <p:spPr>
            <a:xfrm>
              <a:off x="3453233" y="212330"/>
              <a:ext cx="5285533" cy="3737693"/>
            </a:xfrm>
            <a:prstGeom prst="rect">
              <a:avLst/>
            </a:prstGeom>
          </p:spPr>
        </p:pic>
        <p:sp>
          <p:nvSpPr>
            <p:cNvPr id="6" name="Right Brace 5">
              <a:extLst>
                <a:ext uri="{FF2B5EF4-FFF2-40B4-BE49-F238E27FC236}">
                  <a16:creationId xmlns:a16="http://schemas.microsoft.com/office/drawing/2014/main" id="{709403E5-90E8-D23A-6B14-DC16CFA14655}"/>
                </a:ext>
              </a:extLst>
            </p:cNvPr>
            <p:cNvSpPr/>
            <p:nvPr/>
          </p:nvSpPr>
          <p:spPr>
            <a:xfrm>
              <a:off x="8775242" y="2181130"/>
              <a:ext cx="146903" cy="390651"/>
            </a:xfrm>
            <a:prstGeom prst="rightBrace">
              <a:avLst>
                <a:gd name="adj1" fmla="val 51515"/>
                <a:gd name="adj2" fmla="val 50000"/>
              </a:avLst>
            </a:prstGeom>
            <a:ln w="28575">
              <a:solidFill>
                <a:srgbClr val="FF010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" name="Rectangle 5">
            <a:extLst>
              <a:ext uri="{FF2B5EF4-FFF2-40B4-BE49-F238E27FC236}">
                <a16:creationId xmlns:a16="http://schemas.microsoft.com/office/drawing/2014/main" id="{6540E2CE-161D-6227-991D-044213C8CC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786" y="4652493"/>
            <a:ext cx="11020425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Raw CASALS–3DEP height difference is large and stable, about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−37.6 to −38.0 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mainly reflecting a mixed height-system difference rather than same-datum ground error.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CASALS is treated 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WGS84 ellipsoidal height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while 3DEP is treated as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NAD83(2011) + NAVD88 orthometric height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Full WGS84 3D transformation gives a shift of about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−37.1 to −37.7 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and reduces the ground-to-ground residual to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−0.28 to −0.52 m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7E1098E-3B4F-5C11-C80D-035D19E886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56"/>
          <a:stretch>
            <a:fillRect/>
          </a:stretch>
        </p:blipFill>
        <p:spPr>
          <a:xfrm>
            <a:off x="6095999" y="1127659"/>
            <a:ext cx="5762625" cy="336911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057486EE-D177-975A-DF27-739BC042458F}"/>
              </a:ext>
            </a:extLst>
          </p:cNvPr>
          <p:cNvSpPr txBox="1"/>
          <p:nvPr/>
        </p:nvSpPr>
        <p:spPr>
          <a:xfrm>
            <a:off x="6938894" y="765211"/>
            <a:ext cx="4544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Histogram of residuals after transformation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1915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D70A6C-97E6-4DA0-21E0-0B199469008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031" t="40518" b="33717"/>
          <a:stretch>
            <a:fillRect/>
          </a:stretch>
        </p:blipFill>
        <p:spPr>
          <a:xfrm>
            <a:off x="977265" y="4632325"/>
            <a:ext cx="10237470" cy="17081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730FA39-D9DA-3DFB-C6F8-44D064BA2C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031" t="40518" b="33717"/>
          <a:stretch>
            <a:fillRect/>
          </a:stretch>
        </p:blipFill>
        <p:spPr>
          <a:xfrm>
            <a:off x="977265" y="2640042"/>
            <a:ext cx="10237470" cy="17081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E88412E-AFCA-E0CE-4392-3B74DDD6FF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6031" t="40517" b="33717"/>
          <a:stretch>
            <a:fillRect/>
          </a:stretch>
        </p:blipFill>
        <p:spPr>
          <a:xfrm>
            <a:off x="977265" y="647759"/>
            <a:ext cx="10237470" cy="17081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6BBD25B-D331-2199-C0ED-097B9B59FC4D}"/>
              </a:ext>
            </a:extLst>
          </p:cNvPr>
          <p:cNvSpPr txBox="1"/>
          <p:nvPr/>
        </p:nvSpPr>
        <p:spPr>
          <a:xfrm>
            <a:off x="977265" y="1986577"/>
            <a:ext cx="135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Points</a:t>
            </a: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585B2-8702-FE3E-6D4A-53737C8E59B1}"/>
              </a:ext>
            </a:extLst>
          </p:cNvPr>
          <p:cNvSpPr txBox="1"/>
          <p:nvPr/>
        </p:nvSpPr>
        <p:spPr>
          <a:xfrm>
            <a:off x="977265" y="3978860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Filtered 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4419D-A367-DFA5-84E5-395C810F902B}"/>
              </a:ext>
            </a:extLst>
          </p:cNvPr>
          <p:cNvSpPr txBox="1"/>
          <p:nvPr/>
        </p:nvSpPr>
        <p:spPr>
          <a:xfrm>
            <a:off x="977265" y="5971143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Ground Points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53AC-3B9D-78D3-1D79-9CFF08E727B5}"/>
              </a:ext>
            </a:extLst>
          </p:cNvPr>
          <p:cNvSpPr txBox="1"/>
          <p:nvPr/>
        </p:nvSpPr>
        <p:spPr>
          <a:xfrm>
            <a:off x="6413500" y="187872"/>
            <a:ext cx="483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Data: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A9A1C-1C0E-006D-A9C4-A327034CB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8D42B6-49E9-89CF-DEA9-3F4DE73CA49B}"/>
              </a:ext>
            </a:extLst>
          </p:cNvPr>
          <p:cNvSpPr txBox="1"/>
          <p:nvPr/>
        </p:nvSpPr>
        <p:spPr>
          <a:xfrm>
            <a:off x="227066" y="141706"/>
            <a:ext cx="47676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Understanding &amp; Suggestion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D04ECD5-C077-FF73-1046-BC9FB9B058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100" y="1026440"/>
            <a:ext cx="11607800" cy="25545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CASALS L1B is a geolocated waveform product, not a multi-return point-cloud product.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It stores full Tx/Rx waveforms and one main geolocated reference return per pulse.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is the geolocated reference height.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It is the WGS84 ellipsoidal height of the receive-waveform bin with maximum amplitude. Therefore,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represents one selected waveform bin per pulse, not all waveform peaks.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 L1B file has one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point per pulse.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is no confirmed stored geolocation for other waveform peaks.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We should not assume that non-reference peaks from waveform decomposition already have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lat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/height.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Beam-angle fields exist and are meaningful.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L1B includes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local_beam_azimuth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local_beam_elevation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plus range-window fields such as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rwstart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rwstop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bin_size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and timing/correction fields.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However, beam angle alone is not enough.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It gives a ray direction, but not the position of another peak along that ray. To geolocate another peak, we also need a validated mapping from waveform bin offset to physical range offset.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27751EC8-9F2C-3369-AF8B-7403EDCFD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100" y="4242622"/>
            <a:ext cx="1160780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Since CASALS L1B currently provides full waveforms and one geolocated reference height per pulse, it would be very useful to also preserve more complete georeferencing information for the waveform/range dimension.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Ideally, the product should include either explicit geolocation, or a fully documented beam/range model that allows users to derive coordinates for any waveform bin or decomposed peak.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At minimum, the documentation should clearly define all parameters,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: whether the beam vector points sensor-to-surface or surface-to-sensor. This would allow waveform decomposition results to be converted into scientifically defensible derived returns, rather than being limited to relative waveform-shape analysis.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0923665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5584</TotalTime>
  <Words>1746</Words>
  <Application>Microsoft Office PowerPoint</Application>
  <PresentationFormat>Widescreen</PresentationFormat>
  <Paragraphs>110</Paragraphs>
  <Slides>17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Calibri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2026-06-19T14:15:28Z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