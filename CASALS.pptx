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571" r:id="rId3"/>
    <p:sldId id="572" r:id="rId4"/>
    <p:sldId id="575" r:id="rId5"/>
    <p:sldId id="577" r:id="rId6"/>
    <p:sldId id="573" r:id="rId7"/>
    <p:sldId id="574" r:id="rId8"/>
    <p:sldId id="578" r:id="rId9"/>
    <p:sldId id="586" r:id="rId10"/>
    <p:sldId id="576" r:id="rId11"/>
    <p:sldId id="579" r:id="rId12"/>
    <p:sldId id="580" r:id="rId13"/>
    <p:sldId id="581" r:id="rId14"/>
    <p:sldId id="582" r:id="rId15"/>
    <p:sldId id="583" r:id="rId16"/>
    <p:sldId id="584" r:id="rId17"/>
    <p:sldId id="585" r:id="rId18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571"/>
            <p14:sldId id="572"/>
            <p14:sldId id="575"/>
            <p14:sldId id="577"/>
            <p14:sldId id="573"/>
            <p14:sldId id="574"/>
            <p14:sldId id="578"/>
            <p14:sldId id="586"/>
            <p14:sldId id="576"/>
            <p14:sldId id="579"/>
            <p14:sldId id="580"/>
            <p14:sldId id="581"/>
            <p14:sldId id="582"/>
            <p14:sldId id="583"/>
            <p14:sldId id="584"/>
            <p14:sldId id="5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6E7300-551A-400E-AC79-29508D0CD67F}" v="47" dt="2026-02-08T15:59:14.8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52" autoAdjust="0"/>
  </p:normalViewPr>
  <p:slideViewPr>
    <p:cSldViewPr snapToGrid="0">
      <p:cViewPr varScale="1">
        <p:scale>
          <a:sx n="159" d="100"/>
          <a:sy n="159" d="100"/>
        </p:scale>
        <p:origin x="258" y="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02-09T01:35:25.917" v="583" actId="1440"/>
      <pc:docMkLst>
        <pc:docMk/>
      </pc:docMkLst>
      <pc:sldChg chg="modSp mod">
        <pc:chgData name="Jiageng Zhong" userId="b52c9415-1ab4-4841-99d2-946641921277" providerId="ADAL" clId="{8EC3C21B-848A-4780-93CD-51C3A3128A88}" dt="2026-02-08T13:42:40.818" v="18" actId="20577"/>
        <pc:sldMkLst>
          <pc:docMk/>
          <pc:sldMk cId="0" sldId="256"/>
        </pc:sldMkLst>
        <pc:spChg chg="mod">
          <ac:chgData name="Jiageng Zhong" userId="b52c9415-1ab4-4841-99d2-946641921277" providerId="ADAL" clId="{8EC3C21B-848A-4780-93CD-51C3A3128A88}" dt="2026-02-08T13:42:40.818" v="18" actId="20577"/>
          <ac:spMkLst>
            <pc:docMk/>
            <pc:sldMk cId="0" sldId="256"/>
            <ac:spMk id="2" creationId="{00000000-0000-0000-0000-000000000000}"/>
          </ac:spMkLst>
        </pc:spChg>
      </pc:sldChg>
      <pc:sldChg chg="del">
        <pc:chgData name="Jiageng Zhong" userId="b52c9415-1ab4-4841-99d2-946641921277" providerId="ADAL" clId="{8EC3C21B-848A-4780-93CD-51C3A3128A88}" dt="2026-02-08T13:42:43.695" v="19" actId="47"/>
        <pc:sldMkLst>
          <pc:docMk/>
          <pc:sldMk cId="1834461720" sldId="348"/>
        </pc:sldMkLst>
      </pc:sldChg>
      <pc:sldChg chg="del">
        <pc:chgData name="Jiageng Zhong" userId="b52c9415-1ab4-4841-99d2-946641921277" providerId="ADAL" clId="{8EC3C21B-848A-4780-93CD-51C3A3128A88}" dt="2026-02-08T13:42:45.979" v="20" actId="47"/>
        <pc:sldMkLst>
          <pc:docMk/>
          <pc:sldMk cId="2137618803" sldId="567"/>
        </pc:sldMkLst>
      </pc:sldChg>
      <pc:sldChg chg="del">
        <pc:chgData name="Jiageng Zhong" userId="b52c9415-1ab4-4841-99d2-946641921277" providerId="ADAL" clId="{8EC3C21B-848A-4780-93CD-51C3A3128A88}" dt="2026-02-08T13:42:45.979" v="20" actId="47"/>
        <pc:sldMkLst>
          <pc:docMk/>
          <pc:sldMk cId="3800676353" sldId="568"/>
        </pc:sldMkLst>
      </pc:sldChg>
      <pc:sldChg chg="del">
        <pc:chgData name="Jiageng Zhong" userId="b52c9415-1ab4-4841-99d2-946641921277" providerId="ADAL" clId="{8EC3C21B-848A-4780-93CD-51C3A3128A88}" dt="2026-02-08T13:42:45.979" v="20" actId="47"/>
        <pc:sldMkLst>
          <pc:docMk/>
          <pc:sldMk cId="2731199043" sldId="569"/>
        </pc:sldMkLst>
      </pc:sldChg>
      <pc:sldChg chg="del">
        <pc:chgData name="Jiageng Zhong" userId="b52c9415-1ab4-4841-99d2-946641921277" providerId="ADAL" clId="{8EC3C21B-848A-4780-93CD-51C3A3128A88}" dt="2026-02-08T13:42:45.979" v="20" actId="47"/>
        <pc:sldMkLst>
          <pc:docMk/>
          <pc:sldMk cId="849845961" sldId="570"/>
        </pc:sldMkLst>
      </pc:sldChg>
      <pc:sldChg chg="addSp modSp mod">
        <pc:chgData name="Jiageng Zhong" userId="b52c9415-1ab4-4841-99d2-946641921277" providerId="ADAL" clId="{8EC3C21B-848A-4780-93CD-51C3A3128A88}" dt="2026-02-08T13:55:20.452" v="137" actId="1076"/>
        <pc:sldMkLst>
          <pc:docMk/>
          <pc:sldMk cId="3570079766" sldId="571"/>
        </pc:sldMkLst>
        <pc:spChg chg="mod">
          <ac:chgData name="Jiageng Zhong" userId="b52c9415-1ab4-4841-99d2-946641921277" providerId="ADAL" clId="{8EC3C21B-848A-4780-93CD-51C3A3128A88}" dt="2026-02-08T13:43:29.709" v="23"/>
          <ac:spMkLst>
            <pc:docMk/>
            <pc:sldMk cId="3570079766" sldId="571"/>
            <ac:spMk id="2" creationId="{676E69CC-A7E1-2DB3-D078-9DF89306772F}"/>
          </ac:spMkLst>
        </pc:spChg>
        <pc:spChg chg="add mod">
          <ac:chgData name="Jiageng Zhong" userId="b52c9415-1ab4-4841-99d2-946641921277" providerId="ADAL" clId="{8EC3C21B-848A-4780-93CD-51C3A3128A88}" dt="2026-02-08T13:54:55.451" v="134" actId="1076"/>
          <ac:spMkLst>
            <pc:docMk/>
            <pc:sldMk cId="3570079766" sldId="571"/>
            <ac:spMk id="3" creationId="{23406734-239C-07F3-3F01-02A0003AAD1A}"/>
          </ac:spMkLst>
        </pc:spChg>
        <pc:spChg chg="add">
          <ac:chgData name="Jiageng Zhong" userId="b52c9415-1ab4-4841-99d2-946641921277" providerId="ADAL" clId="{8EC3C21B-848A-4780-93CD-51C3A3128A88}" dt="2026-02-08T13:46:56.717" v="57"/>
          <ac:spMkLst>
            <pc:docMk/>
            <pc:sldMk cId="3570079766" sldId="571"/>
            <ac:spMk id="6" creationId="{43D04B07-E9F8-3A44-B8A4-41E192C6BF5A}"/>
          </ac:spMkLst>
        </pc:spChg>
        <pc:spChg chg="add">
          <ac:chgData name="Jiageng Zhong" userId="b52c9415-1ab4-4841-99d2-946641921277" providerId="ADAL" clId="{8EC3C21B-848A-4780-93CD-51C3A3128A88}" dt="2026-02-08T13:52:31.229" v="92"/>
          <ac:spMkLst>
            <pc:docMk/>
            <pc:sldMk cId="3570079766" sldId="571"/>
            <ac:spMk id="7" creationId="{71F7EEC3-F7AA-E30D-6F10-9375F00A38CB}"/>
          </ac:spMkLst>
        </pc:spChg>
        <pc:picChg chg="add mod ord">
          <ac:chgData name="Jiageng Zhong" userId="b52c9415-1ab4-4841-99d2-946641921277" providerId="ADAL" clId="{8EC3C21B-848A-4780-93CD-51C3A3128A88}" dt="2026-02-08T13:55:20.452" v="137" actId="1076"/>
          <ac:picMkLst>
            <pc:docMk/>
            <pc:sldMk cId="3570079766" sldId="571"/>
            <ac:picMk id="5" creationId="{0E16C131-5491-B91F-01FA-D3DB1748448A}"/>
          </ac:picMkLst>
        </pc:picChg>
      </pc:sldChg>
      <pc:sldChg chg="addSp delSp modSp mod">
        <pc:chgData name="Jiageng Zhong" userId="b52c9415-1ab4-4841-99d2-946641921277" providerId="ADAL" clId="{8EC3C21B-848A-4780-93CD-51C3A3128A88}" dt="2026-02-08T15:06:36.624" v="169" actId="1076"/>
        <pc:sldMkLst>
          <pc:docMk/>
          <pc:sldMk cId="2682919965" sldId="572"/>
        </pc:sldMkLst>
        <pc:spChg chg="mod">
          <ac:chgData name="Jiageng Zhong" userId="b52c9415-1ab4-4841-99d2-946641921277" providerId="ADAL" clId="{8EC3C21B-848A-4780-93CD-51C3A3128A88}" dt="2026-02-08T14:56:30.053" v="138"/>
          <ac:spMkLst>
            <pc:docMk/>
            <pc:sldMk cId="2682919965" sldId="572"/>
            <ac:spMk id="2" creationId="{76322A9D-5140-6EE5-BD1C-5A6949800618}"/>
          </ac:spMkLst>
        </pc:spChg>
        <pc:spChg chg="add mod">
          <ac:chgData name="Jiageng Zhong" userId="b52c9415-1ab4-4841-99d2-946641921277" providerId="ADAL" clId="{8EC3C21B-848A-4780-93CD-51C3A3128A88}" dt="2026-02-08T14:57:55.259" v="158" actId="1076"/>
          <ac:spMkLst>
            <pc:docMk/>
            <pc:sldMk cId="2682919965" sldId="572"/>
            <ac:spMk id="4" creationId="{B873F863-338A-A01C-EFA8-7BC57532D6F2}"/>
          </ac:spMkLst>
        </pc:spChg>
        <pc:spChg chg="add">
          <ac:chgData name="Jiageng Zhong" userId="b52c9415-1ab4-4841-99d2-946641921277" providerId="ADAL" clId="{8EC3C21B-848A-4780-93CD-51C3A3128A88}" dt="2026-02-08T14:57:02.074" v="145"/>
          <ac:spMkLst>
            <pc:docMk/>
            <pc:sldMk cId="2682919965" sldId="572"/>
            <ac:spMk id="5" creationId="{A9A6C721-3087-1AC7-049B-A551BCF2EEBD}"/>
          </ac:spMkLst>
        </pc:spChg>
        <pc:picChg chg="add del mod">
          <ac:chgData name="Jiageng Zhong" userId="b52c9415-1ab4-4841-99d2-946641921277" providerId="ADAL" clId="{8EC3C21B-848A-4780-93CD-51C3A3128A88}" dt="2026-02-08T15:05:37.373" v="161" actId="478"/>
          <ac:picMkLst>
            <pc:docMk/>
            <pc:sldMk cId="2682919965" sldId="572"/>
            <ac:picMk id="7" creationId="{9D11553F-180F-345C-DD63-973B353DF7B0}"/>
          </ac:picMkLst>
        </pc:picChg>
        <pc:picChg chg="add mod modCrop">
          <ac:chgData name="Jiageng Zhong" userId="b52c9415-1ab4-4841-99d2-946641921277" providerId="ADAL" clId="{8EC3C21B-848A-4780-93CD-51C3A3128A88}" dt="2026-02-08T15:06:36.624" v="169" actId="1076"/>
          <ac:picMkLst>
            <pc:docMk/>
            <pc:sldMk cId="2682919965" sldId="572"/>
            <ac:picMk id="9" creationId="{23F9B78A-F8FC-91CB-41EF-9CD60C51B44D}"/>
          </ac:picMkLst>
        </pc:picChg>
      </pc:sldChg>
      <pc:sldChg chg="addSp modSp mod">
        <pc:chgData name="Jiageng Zhong" userId="b52c9415-1ab4-4841-99d2-946641921277" providerId="ADAL" clId="{8EC3C21B-848A-4780-93CD-51C3A3128A88}" dt="2026-02-08T15:11:49.183" v="204" actId="1076"/>
        <pc:sldMkLst>
          <pc:docMk/>
          <pc:sldMk cId="1993469732" sldId="573"/>
        </pc:sldMkLst>
        <pc:spChg chg="mod">
          <ac:chgData name="Jiageng Zhong" userId="b52c9415-1ab4-4841-99d2-946641921277" providerId="ADAL" clId="{8EC3C21B-848A-4780-93CD-51C3A3128A88}" dt="2026-02-08T15:07:14.354" v="170"/>
          <ac:spMkLst>
            <pc:docMk/>
            <pc:sldMk cId="1993469732" sldId="573"/>
            <ac:spMk id="2" creationId="{CAAD3D84-3A39-F429-01A1-20C101DD0312}"/>
          </ac:spMkLst>
        </pc:spChg>
        <pc:spChg chg="add mod">
          <ac:chgData name="Jiageng Zhong" userId="b52c9415-1ab4-4841-99d2-946641921277" providerId="ADAL" clId="{8EC3C21B-848A-4780-93CD-51C3A3128A88}" dt="2026-02-08T15:08:29.202" v="196" actId="1076"/>
          <ac:spMkLst>
            <pc:docMk/>
            <pc:sldMk cId="1993469732" sldId="573"/>
            <ac:spMk id="3" creationId="{C7C0F491-05BD-8C80-10AF-F146269A74E7}"/>
          </ac:spMkLst>
        </pc:spChg>
        <pc:picChg chg="add mod">
          <ac:chgData name="Jiageng Zhong" userId="b52c9415-1ab4-4841-99d2-946641921277" providerId="ADAL" clId="{8EC3C21B-848A-4780-93CD-51C3A3128A88}" dt="2026-02-08T15:11:49.183" v="204" actId="1076"/>
          <ac:picMkLst>
            <pc:docMk/>
            <pc:sldMk cId="1993469732" sldId="573"/>
            <ac:picMk id="5" creationId="{D7623EAC-F747-B9EB-4067-444C6B7C06CC}"/>
          </ac:picMkLst>
        </pc:picChg>
      </pc:sldChg>
      <pc:sldChg chg="addSp modSp mod">
        <pc:chgData name="Jiageng Zhong" userId="b52c9415-1ab4-4841-99d2-946641921277" providerId="ADAL" clId="{8EC3C21B-848A-4780-93CD-51C3A3128A88}" dt="2026-02-08T15:14:50.236" v="247" actId="1076"/>
        <pc:sldMkLst>
          <pc:docMk/>
          <pc:sldMk cId="252992578" sldId="574"/>
        </pc:sldMkLst>
        <pc:spChg chg="mod">
          <ac:chgData name="Jiageng Zhong" userId="b52c9415-1ab4-4841-99d2-946641921277" providerId="ADAL" clId="{8EC3C21B-848A-4780-93CD-51C3A3128A88}" dt="2026-02-08T15:11:52.090" v="205"/>
          <ac:spMkLst>
            <pc:docMk/>
            <pc:sldMk cId="252992578" sldId="574"/>
            <ac:spMk id="2" creationId="{2630F991-CE7D-AE2D-9C4B-15FFC988C05A}"/>
          </ac:spMkLst>
        </pc:spChg>
        <pc:spChg chg="add mod">
          <ac:chgData name="Jiageng Zhong" userId="b52c9415-1ab4-4841-99d2-946641921277" providerId="ADAL" clId="{8EC3C21B-848A-4780-93CD-51C3A3128A88}" dt="2026-02-08T15:14:36.351" v="243" actId="14100"/>
          <ac:spMkLst>
            <pc:docMk/>
            <pc:sldMk cId="252992578" sldId="574"/>
            <ac:spMk id="4" creationId="{8B19DB83-CF7D-366F-16A9-AD6ED1574315}"/>
          </ac:spMkLst>
        </pc:spChg>
        <pc:spChg chg="add mod">
          <ac:chgData name="Jiageng Zhong" userId="b52c9415-1ab4-4841-99d2-946641921277" providerId="ADAL" clId="{8EC3C21B-848A-4780-93CD-51C3A3128A88}" dt="2026-02-08T15:14:50.236" v="247" actId="1076"/>
          <ac:spMkLst>
            <pc:docMk/>
            <pc:sldMk cId="252992578" sldId="574"/>
            <ac:spMk id="8" creationId="{4BA756BC-C9E6-E4EF-F2DB-6C7BD435998B}"/>
          </ac:spMkLst>
        </pc:spChg>
        <pc:picChg chg="add mod">
          <ac:chgData name="Jiageng Zhong" userId="b52c9415-1ab4-4841-99d2-946641921277" providerId="ADAL" clId="{8EC3C21B-848A-4780-93CD-51C3A3128A88}" dt="2026-02-08T15:14:38.978" v="244" actId="1076"/>
          <ac:picMkLst>
            <pc:docMk/>
            <pc:sldMk cId="252992578" sldId="574"/>
            <ac:picMk id="6" creationId="{023EB10C-4A2C-984B-A855-AAD7992D68BA}"/>
          </ac:picMkLst>
        </pc:picChg>
      </pc:sldChg>
      <pc:sldChg chg="addSp modSp mod ord">
        <pc:chgData name="Jiageng Zhong" userId="b52c9415-1ab4-4841-99d2-946641921277" providerId="ADAL" clId="{8EC3C21B-848A-4780-93CD-51C3A3128A88}" dt="2026-02-08T15:59:47.806" v="502" actId="2711"/>
        <pc:sldMkLst>
          <pc:docMk/>
          <pc:sldMk cId="2532852713" sldId="575"/>
        </pc:sldMkLst>
        <pc:spChg chg="mod">
          <ac:chgData name="Jiageng Zhong" userId="b52c9415-1ab4-4841-99d2-946641921277" providerId="ADAL" clId="{8EC3C21B-848A-4780-93CD-51C3A3128A88}" dt="2026-02-08T15:15:16.491" v="253" actId="21"/>
          <ac:spMkLst>
            <pc:docMk/>
            <pc:sldMk cId="2532852713" sldId="575"/>
            <ac:spMk id="2" creationId="{AD35D87B-96FC-D537-353E-C0D89911262E}"/>
          </ac:spMkLst>
        </pc:spChg>
        <pc:spChg chg="add mod">
          <ac:chgData name="Jiageng Zhong" userId="b52c9415-1ab4-4841-99d2-946641921277" providerId="ADAL" clId="{8EC3C21B-848A-4780-93CD-51C3A3128A88}" dt="2026-02-08T15:59:47.806" v="502" actId="2711"/>
          <ac:spMkLst>
            <pc:docMk/>
            <pc:sldMk cId="2532852713" sldId="575"/>
            <ac:spMk id="4" creationId="{15A48B3E-20CD-377A-B3AB-BBB29496A0AE}"/>
          </ac:spMkLst>
        </pc:spChg>
      </pc:sldChg>
      <pc:sldChg chg="addSp delSp modSp add mod">
        <pc:chgData name="Jiageng Zhong" userId="b52c9415-1ab4-4841-99d2-946641921277" providerId="ADAL" clId="{8EC3C21B-848A-4780-93CD-51C3A3128A88}" dt="2026-02-09T01:35:25.917" v="583" actId="1440"/>
        <pc:sldMkLst>
          <pc:docMk/>
          <pc:sldMk cId="2168070692" sldId="576"/>
        </pc:sldMkLst>
        <pc:spChg chg="mod">
          <ac:chgData name="Jiageng Zhong" userId="b52c9415-1ab4-4841-99d2-946641921277" providerId="ADAL" clId="{8EC3C21B-848A-4780-93CD-51C3A3128A88}" dt="2026-02-08T15:22:58.396" v="333"/>
          <ac:spMkLst>
            <pc:docMk/>
            <pc:sldMk cId="2168070692" sldId="576"/>
            <ac:spMk id="2" creationId="{FACB41BD-5286-CD50-0832-79504F037767}"/>
          </ac:spMkLst>
        </pc:spChg>
        <pc:spChg chg="del">
          <ac:chgData name="Jiageng Zhong" userId="b52c9415-1ab4-4841-99d2-946641921277" providerId="ADAL" clId="{8EC3C21B-848A-4780-93CD-51C3A3128A88}" dt="2026-02-08T15:20:32.649" v="322" actId="478"/>
          <ac:spMkLst>
            <pc:docMk/>
            <pc:sldMk cId="2168070692" sldId="576"/>
            <ac:spMk id="4" creationId="{617F28CE-D3FF-DC50-25C4-B96F4692A3B4}"/>
          </ac:spMkLst>
        </pc:spChg>
        <pc:spChg chg="add mod">
          <ac:chgData name="Jiageng Zhong" userId="b52c9415-1ab4-4841-99d2-946641921277" providerId="ADAL" clId="{8EC3C21B-848A-4780-93CD-51C3A3128A88}" dt="2026-02-08T15:36:49.389" v="404" actId="1076"/>
          <ac:spMkLst>
            <pc:docMk/>
            <pc:sldMk cId="2168070692" sldId="576"/>
            <ac:spMk id="5" creationId="{6F62CDE9-92FF-0A30-C396-84DC910D29E3}"/>
          </ac:spMkLst>
        </pc:spChg>
        <pc:spChg chg="del">
          <ac:chgData name="Jiageng Zhong" userId="b52c9415-1ab4-4841-99d2-946641921277" providerId="ADAL" clId="{8EC3C21B-848A-4780-93CD-51C3A3128A88}" dt="2026-02-08T15:20:35.223" v="323" actId="478"/>
          <ac:spMkLst>
            <pc:docMk/>
            <pc:sldMk cId="2168070692" sldId="576"/>
            <ac:spMk id="8" creationId="{A68ABFF1-C551-85EB-ADFA-07B8C9FA80E5}"/>
          </ac:spMkLst>
        </pc:spChg>
        <pc:spChg chg="add del mod">
          <ac:chgData name="Jiageng Zhong" userId="b52c9415-1ab4-4841-99d2-946641921277" providerId="ADAL" clId="{8EC3C21B-848A-4780-93CD-51C3A3128A88}" dt="2026-02-08T15:36:01.510" v="386" actId="478"/>
          <ac:spMkLst>
            <pc:docMk/>
            <pc:sldMk cId="2168070692" sldId="576"/>
            <ac:spMk id="13" creationId="{015EE018-CF3C-2E54-BAF2-F60861E1CC8A}"/>
          </ac:spMkLst>
        </pc:spChg>
        <pc:spChg chg="add mod">
          <ac:chgData name="Jiageng Zhong" userId="b52c9415-1ab4-4841-99d2-946641921277" providerId="ADAL" clId="{8EC3C21B-848A-4780-93CD-51C3A3128A88}" dt="2026-02-09T01:35:17.560" v="582" actId="1038"/>
          <ac:spMkLst>
            <pc:docMk/>
            <pc:sldMk cId="2168070692" sldId="576"/>
            <ac:spMk id="14" creationId="{A68297C5-B857-3E03-63E9-E9380303CF4F}"/>
          </ac:spMkLst>
        </pc:spChg>
        <pc:spChg chg="add mod">
          <ac:chgData name="Jiageng Zhong" userId="b52c9415-1ab4-4841-99d2-946641921277" providerId="ADAL" clId="{8EC3C21B-848A-4780-93CD-51C3A3128A88}" dt="2026-02-09T01:35:06.293" v="559" actId="1035"/>
          <ac:spMkLst>
            <pc:docMk/>
            <pc:sldMk cId="2168070692" sldId="576"/>
            <ac:spMk id="15" creationId="{A24FF4B9-A0C0-2B02-FC76-8B36C52AE56F}"/>
          </ac:spMkLst>
        </pc:spChg>
        <pc:picChg chg="del">
          <ac:chgData name="Jiageng Zhong" userId="b52c9415-1ab4-4841-99d2-946641921277" providerId="ADAL" clId="{8EC3C21B-848A-4780-93CD-51C3A3128A88}" dt="2026-02-08T15:20:32.649" v="322" actId="478"/>
          <ac:picMkLst>
            <pc:docMk/>
            <pc:sldMk cId="2168070692" sldId="576"/>
            <ac:picMk id="6" creationId="{8E3457C3-49B2-B76B-2CCB-3AA7F92DEFD2}"/>
          </ac:picMkLst>
        </pc:picChg>
        <pc:picChg chg="add mod">
          <ac:chgData name="Jiageng Zhong" userId="b52c9415-1ab4-4841-99d2-946641921277" providerId="ADAL" clId="{8EC3C21B-848A-4780-93CD-51C3A3128A88}" dt="2026-02-08T15:37:13.216" v="407" actId="1076"/>
          <ac:picMkLst>
            <pc:docMk/>
            <pc:sldMk cId="2168070692" sldId="576"/>
            <ac:picMk id="9" creationId="{E0EB5965-0B32-3C5A-4DD0-EEEC10686235}"/>
          </ac:picMkLst>
        </pc:picChg>
        <pc:picChg chg="add mod">
          <ac:chgData name="Jiageng Zhong" userId="b52c9415-1ab4-4841-99d2-946641921277" providerId="ADAL" clId="{8EC3C21B-848A-4780-93CD-51C3A3128A88}" dt="2026-02-09T01:35:25.917" v="583" actId="1440"/>
          <ac:picMkLst>
            <pc:docMk/>
            <pc:sldMk cId="2168070692" sldId="576"/>
            <ac:picMk id="11" creationId="{9DC0813D-C5CF-08ED-C8CD-CCE891C068F6}"/>
          </ac:picMkLst>
        </pc:picChg>
      </pc:sldChg>
      <pc:sldChg chg="addSp modSp add mod ord">
        <pc:chgData name="Jiageng Zhong" userId="b52c9415-1ab4-4841-99d2-946641921277" providerId="ADAL" clId="{8EC3C21B-848A-4780-93CD-51C3A3128A88}" dt="2026-02-09T01:13:40.031" v="504"/>
        <pc:sldMkLst>
          <pc:docMk/>
          <pc:sldMk cId="3479097923" sldId="577"/>
        </pc:sldMkLst>
        <pc:spChg chg="mod">
          <ac:chgData name="Jiageng Zhong" userId="b52c9415-1ab4-4841-99d2-946641921277" providerId="ADAL" clId="{8EC3C21B-848A-4780-93CD-51C3A3128A88}" dt="2026-02-08T15:38:49.748" v="463" actId="20577"/>
          <ac:spMkLst>
            <pc:docMk/>
            <pc:sldMk cId="3479097923" sldId="577"/>
            <ac:spMk id="2" creationId="{5B9BBDD2-9904-A7D5-4E41-5E71F671C433}"/>
          </ac:spMkLst>
        </pc:spChg>
        <pc:spChg chg="add mod">
          <ac:chgData name="Jiageng Zhong" userId="b52c9415-1ab4-4841-99d2-946641921277" providerId="ADAL" clId="{8EC3C21B-848A-4780-93CD-51C3A3128A88}" dt="2026-02-08T15:40:34.230" v="496" actId="113"/>
          <ac:spMkLst>
            <pc:docMk/>
            <pc:sldMk cId="3479097923" sldId="577"/>
            <ac:spMk id="4" creationId="{83BB6C08-E07C-1265-235C-01705E9E8681}"/>
          </ac:spMkLst>
        </pc:spChg>
      </pc:sldChg>
      <pc:sldChg chg="addSp modSp add mod ord">
        <pc:chgData name="Jiageng Zhong" userId="b52c9415-1ab4-4841-99d2-946641921277" providerId="ADAL" clId="{8EC3C21B-848A-4780-93CD-51C3A3128A88}" dt="2026-02-09T01:16:02.941" v="531" actId="1076"/>
        <pc:sldMkLst>
          <pc:docMk/>
          <pc:sldMk cId="3981881105" sldId="578"/>
        </pc:sldMkLst>
        <pc:spChg chg="mod">
          <ac:chgData name="Jiageng Zhong" userId="b52c9415-1ab4-4841-99d2-946641921277" providerId="ADAL" clId="{8EC3C21B-848A-4780-93CD-51C3A3128A88}" dt="2026-02-09T01:14:39.677" v="515" actId="20577"/>
          <ac:spMkLst>
            <pc:docMk/>
            <pc:sldMk cId="3981881105" sldId="578"/>
            <ac:spMk id="2" creationId="{B51B1C80-E8A1-FD0A-5331-661516AC0F9D}"/>
          </ac:spMkLst>
        </pc:spChg>
        <pc:spChg chg="add mod">
          <ac:chgData name="Jiageng Zhong" userId="b52c9415-1ab4-4841-99d2-946641921277" providerId="ADAL" clId="{8EC3C21B-848A-4780-93CD-51C3A3128A88}" dt="2026-02-09T01:16:02.941" v="531" actId="1076"/>
          <ac:spMkLst>
            <pc:docMk/>
            <pc:sldMk cId="3981881105" sldId="578"/>
            <ac:spMk id="4" creationId="{E49C68B1-C0E8-1FCA-B6DD-8223374AB53A}"/>
          </ac:spMkLst>
        </pc:spChg>
      </pc:sldChg>
      <pc:sldChg chg="add">
        <pc:chgData name="Jiageng Zhong" userId="b52c9415-1ab4-4841-99d2-946641921277" providerId="ADAL" clId="{8EC3C21B-848A-4780-93CD-51C3A3128A88}" dt="2026-02-08T15:20:57.080" v="326" actId="2890"/>
        <pc:sldMkLst>
          <pc:docMk/>
          <pc:sldMk cId="2174094271" sldId="579"/>
        </pc:sldMkLst>
      </pc:sldChg>
      <pc:sldChg chg="add">
        <pc:chgData name="Jiageng Zhong" userId="b52c9415-1ab4-4841-99d2-946641921277" providerId="ADAL" clId="{8EC3C21B-848A-4780-93CD-51C3A3128A88}" dt="2026-02-08T15:20:57.247" v="327" actId="2890"/>
        <pc:sldMkLst>
          <pc:docMk/>
          <pc:sldMk cId="149061395" sldId="580"/>
        </pc:sldMkLst>
      </pc:sldChg>
      <pc:sldChg chg="add">
        <pc:chgData name="Jiageng Zhong" userId="b52c9415-1ab4-4841-99d2-946641921277" providerId="ADAL" clId="{8EC3C21B-848A-4780-93CD-51C3A3128A88}" dt="2026-02-08T15:20:57.434" v="328" actId="2890"/>
        <pc:sldMkLst>
          <pc:docMk/>
          <pc:sldMk cId="821907803" sldId="581"/>
        </pc:sldMkLst>
      </pc:sldChg>
      <pc:sldChg chg="add">
        <pc:chgData name="Jiageng Zhong" userId="b52c9415-1ab4-4841-99d2-946641921277" providerId="ADAL" clId="{8EC3C21B-848A-4780-93CD-51C3A3128A88}" dt="2026-02-08T15:20:57.654" v="329" actId="2890"/>
        <pc:sldMkLst>
          <pc:docMk/>
          <pc:sldMk cId="3556191564" sldId="582"/>
        </pc:sldMkLst>
      </pc:sldChg>
      <pc:sldChg chg="add">
        <pc:chgData name="Jiageng Zhong" userId="b52c9415-1ab4-4841-99d2-946641921277" providerId="ADAL" clId="{8EC3C21B-848A-4780-93CD-51C3A3128A88}" dt="2026-02-08T15:20:57.852" v="330" actId="2890"/>
        <pc:sldMkLst>
          <pc:docMk/>
          <pc:sldMk cId="1014741727" sldId="583"/>
        </pc:sldMkLst>
      </pc:sldChg>
      <pc:sldChg chg="add">
        <pc:chgData name="Jiageng Zhong" userId="b52c9415-1ab4-4841-99d2-946641921277" providerId="ADAL" clId="{8EC3C21B-848A-4780-93CD-51C3A3128A88}" dt="2026-02-08T15:20:58.069" v="331" actId="2890"/>
        <pc:sldMkLst>
          <pc:docMk/>
          <pc:sldMk cId="665463517" sldId="584"/>
        </pc:sldMkLst>
      </pc:sldChg>
      <pc:sldChg chg="add">
        <pc:chgData name="Jiageng Zhong" userId="b52c9415-1ab4-4841-99d2-946641921277" providerId="ADAL" clId="{8EC3C21B-848A-4780-93CD-51C3A3128A88}" dt="2026-02-08T15:20:58.267" v="332" actId="2890"/>
        <pc:sldMkLst>
          <pc:docMk/>
          <pc:sldMk cId="430923665" sldId="585"/>
        </pc:sldMkLst>
      </pc:sldChg>
      <pc:sldChg chg="addSp delSp modSp add mod">
        <pc:chgData name="Jiageng Zhong" userId="b52c9415-1ab4-4841-99d2-946641921277" providerId="ADAL" clId="{8EC3C21B-848A-4780-93CD-51C3A3128A88}" dt="2026-02-09T01:20:45.019" v="539" actId="1076"/>
        <pc:sldMkLst>
          <pc:docMk/>
          <pc:sldMk cId="3653343407" sldId="586"/>
        </pc:sldMkLst>
        <pc:spChg chg="del">
          <ac:chgData name="Jiageng Zhong" userId="b52c9415-1ab4-4841-99d2-946641921277" providerId="ADAL" clId="{8EC3C21B-848A-4780-93CD-51C3A3128A88}" dt="2026-02-09T01:20:25.630" v="533" actId="478"/>
          <ac:spMkLst>
            <pc:docMk/>
            <pc:sldMk cId="3653343407" sldId="586"/>
            <ac:spMk id="4" creationId="{F6B95780-117C-5124-E6A8-B5A505D8AB9A}"/>
          </ac:spMkLst>
        </pc:spChg>
        <pc:picChg chg="add mod">
          <ac:chgData name="Jiageng Zhong" userId="b52c9415-1ab4-4841-99d2-946641921277" providerId="ADAL" clId="{8EC3C21B-848A-4780-93CD-51C3A3128A88}" dt="2026-02-09T01:20:45.019" v="539" actId="1076"/>
          <ac:picMkLst>
            <pc:docMk/>
            <pc:sldMk cId="3653343407" sldId="586"/>
            <ac:picMk id="5" creationId="{57B2DAE5-1984-7E7B-4C37-5A30B1A2ED9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CASALS</a:t>
            </a:r>
            <a:endParaRPr lang="en-US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DBD1-6565-C482-DB65-5CABAF288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16C131-5491-B91F-01FA-D3DB17484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766" y="3879455"/>
            <a:ext cx="6372467" cy="255866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6E69CC-A7E1-2DB3-D078-9DF89306772F}"/>
              </a:ext>
            </a:extLst>
          </p:cNvPr>
          <p:cNvSpPr txBox="1"/>
          <p:nvPr/>
        </p:nvSpPr>
        <p:spPr>
          <a:xfrm>
            <a:off x="227066" y="141706"/>
            <a:ext cx="3645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 architecture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3406734-239C-07F3-3F01-02A0003AAD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623" y="479845"/>
            <a:ext cx="1104275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CASALS (Concurrent Artificially-intelligent Spectrometry and Adaptive LiDAR System) is designed to acquire co-registered structure (range/waveform) and reflectance information over the same ground swath.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Primary CASALS LiDAR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Laser transmitter: wavelength-tuned pulsed emission (swath encoding)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Dispersive scan optics: </a:t>
            </a:r>
            <a:r>
              <a:rPr kumimoji="0" lang="el-G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λ→θ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beam steering (cross-track swath, no scanner)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Receiver + detector: multi-channel, grating-filtered return capture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Electronics/FPGA + digitizer: time-tagging + full-waveform acquisition (range-gated)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Airborne demo / measurement suite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GNSS/INS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Applanix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pose/time for geotagging and georeferencing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Co-aligned hyperspectral imager (Headwall): VNIR–SWIR reflectance over the LiDAR swath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Look-ahead cameras (concept/flight suite): context imaging for real-time targeting decisions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079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6EEB-2961-DD58-E8D2-A573F4BC7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322A9D-5140-6EE5-BD1C-5A6949800618}"/>
              </a:ext>
            </a:extLst>
          </p:cNvPr>
          <p:cNvSpPr txBox="1"/>
          <p:nvPr/>
        </p:nvSpPr>
        <p:spPr>
          <a:xfrm>
            <a:off x="227066" y="141706"/>
            <a:ext cx="3692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Observation principle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73F863-338A-A01C-EFA8-7BC57532D6F2}"/>
              </a:ext>
            </a:extLst>
          </p:cNvPr>
          <p:cNvSpPr txBox="1"/>
          <p:nvPr/>
        </p:nvSpPr>
        <p:spPr>
          <a:xfrm>
            <a:off x="623047" y="603371"/>
            <a:ext cx="10945906" cy="294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Arial" panose="020B0604020202020204" pitchFamily="34" charset="0"/>
              </a:rPr>
              <a:t>H</a:t>
            </a:r>
            <a:r>
              <a:rPr lang="en-US" dirty="0">
                <a:latin typeface="Arial" panose="020B0604020202020204" pitchFamily="34" charset="0"/>
              </a:rPr>
              <a:t>ow CASALS forms a swath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Single beam, many footprints: CASALS sweeps laser wavelength, and a grating maps wavelength to cross-track angle, creating a dense footprint set across the swath.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Track concept: a sweep visits many cross-track footprint locations; successive sweeps can “fill” the swath (SCBI waveforms note).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Full-waveform LiDAR: each footprint returns a digitized analog waveform (vs. photon list), supporting canopy/ground separation and complex scenes.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F9B78A-F8FC-91CB-41EF-9CD60C51B4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1" t="7331" r="9485" b="6387"/>
          <a:stretch>
            <a:fillRect/>
          </a:stretch>
        </p:blipFill>
        <p:spPr>
          <a:xfrm>
            <a:off x="262719" y="3666565"/>
            <a:ext cx="11666562" cy="275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919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914D-5AA9-F86D-71BF-BA2757E8D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35D87B-96FC-D537-353E-C0D89911262E}"/>
              </a:ext>
            </a:extLst>
          </p:cNvPr>
          <p:cNvSpPr txBox="1"/>
          <p:nvPr/>
        </p:nvSpPr>
        <p:spPr>
          <a:xfrm>
            <a:off x="227066" y="141706"/>
            <a:ext cx="3934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 specifications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48B3E-20CD-377A-B3AB-BBB29496A0AE}"/>
              </a:ext>
            </a:extLst>
          </p:cNvPr>
          <p:cNvSpPr txBox="1"/>
          <p:nvPr/>
        </p:nvSpPr>
        <p:spPr>
          <a:xfrm>
            <a:off x="600635" y="799641"/>
            <a:ext cx="1120588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Spaceflight concept / targets (scalable track count)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Wavelength-to-angle swath mapping: fast wavelength tuning + dispersive grating in the telescope (no mechanical scanner).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Cross-track capacity (concept): a 30-nm tuning range can form ~1,200 resolvable cross-track spots over 0.825° (~7.2 km swath from 500-km orbit); any subset can be selected by wavelength switching.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Key implication: “track count” is a design degree of freedom (up to ~1,200 resolvable spots in the cited concept), not inherently fixed at 256.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prototype / datasets (256-track implementation)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Operating wavelength (prototype for Earth science): 1040 nm.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Channelization: 256 tuned wavelengths across ~13 nm; 2-ns pulse carved at each wavelength; amplified up to 3 kW peak power (design).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Receiver filtering/detection: grating-spectrometer receiver with ~0.8-nm passband per footprint; HgCdTe APD array; signals time-division multiplexed to two high-speed ADCs; range-gated digitization to reduce data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geometry @ 8.5 km: 0.67° total scan angle using 256 tuned wavelengths; ~110 m swath width; ~0.7 m overlapping footprints; ~0.43 m cross-track and ~0.24 m along-track spacing; waveform per footprint with ~20 detected photons (reported).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geometry @ ~5 km (SCBI note): 0.75° full-width scan; 32 footprints per sweep and 8 sweeps fill the swath to 256 overlapping footprints; ~0.24 m cross-track spacing; ~0.17 m along-track spacing at 80 m/s; ~65 m swath (and “equivalent” ~6.5 km from 500 km orbit).</a:t>
            </a:r>
          </a:p>
        </p:txBody>
      </p:sp>
    </p:spTree>
    <p:extLst>
      <p:ext uri="{BB962C8B-B14F-4D97-AF65-F5344CB8AC3E}">
        <p14:creationId xmlns:p14="http://schemas.microsoft.com/office/powerpoint/2010/main" val="2532852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44CA-936B-7116-F707-596BF2A9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9BBDD2-9904-A7D5-4E41-5E71F671C433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B6C08-E07C-1265-235C-01705E9E8681}"/>
              </a:ext>
            </a:extLst>
          </p:cNvPr>
          <p:cNvSpPr txBox="1"/>
          <p:nvPr/>
        </p:nvSpPr>
        <p:spPr>
          <a:xfrm>
            <a:off x="573742" y="603371"/>
            <a:ext cx="11080376" cy="544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Time-tagged LiDAR data (Tx start time + Rx samples) + platform navigation (position/attitude). Airborne demo explicitly uses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Applanix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POS AVX 510 and reports ~1 m footprint geolocation accuracy (1</a:t>
            </a:r>
            <a:r>
              <a:rPr lang="el-GR" dirty="0">
                <a:latin typeface="Arial" panose="020B0604020202020204" pitchFamily="34" charset="0"/>
                <a:cs typeface="Arial" panose="020B0604020202020204" pitchFamily="34" charset="0"/>
              </a:rPr>
              <a:t>σ)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from 8.5 km, with over-water maneuvers to estimate pointing biases.</a:t>
            </a:r>
          </a:p>
          <a:p>
            <a:pPr algn="just"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Steps: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Time alignment: synchronize LiDAR row/footprint timestamps to GNSS/INS time.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retrieval: estimate range to scattering surfaces from waveform timing relative to start pulse (Tx) and Rx gate.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Pointing model: convert wavelength channel → cross-track angle (calibrated wavelength-to-angle map) + apply attitude (roll/pitch/yaw) + boresight.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Ray–surface intersection: intersect LOS with Earth ellipsoid/DEM (or use waveform-derived range to solve 3D point along the LOS).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Calibration/refinement: solve residual biases (boresight, lever-arm, timing) using dedicated maneuvers / control surfaces; propagate uncertainties to products.</a:t>
            </a:r>
          </a:p>
        </p:txBody>
      </p:sp>
    </p:spTree>
    <p:extLst>
      <p:ext uri="{BB962C8B-B14F-4D97-AF65-F5344CB8AC3E}">
        <p14:creationId xmlns:p14="http://schemas.microsoft.com/office/powerpoint/2010/main" val="3479097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1FB44-2018-375C-CC66-8B9FB11C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AD3D84-3A39-F429-01A1-20C101DD0312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7C0F491-05BD-8C80-10AF-F146269A7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120" y="603371"/>
            <a:ext cx="11427759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Cross-track steering: 256 tuned wavelengths spanning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0.67° total scan angle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yielding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~110 m swath from 8.5 km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altitude.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Footprint geometry (demo):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~0.7 m diameter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overlapping footprints;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~0.43 m cross-track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~0.24 m along-track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spacing.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boresighted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passive sensors: Headwall VNIR–SWIR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pushbroom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frame cameras; frame cameras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 ~7° ahead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give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~8 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onboard analysis/retargeting.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623EAC-F747-B9EB-4067-444C6B7C0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51" y="2830434"/>
            <a:ext cx="11821498" cy="360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469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6AEE9-3BCD-8746-50EB-BBCE4439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30F991-CE7D-AE2D-9C4B-15FFC988C05A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19DB83-CF7D-366F-16A9-AD6ED1574315}"/>
              </a:ext>
            </a:extLst>
          </p:cNvPr>
          <p:cNvSpPr txBox="1"/>
          <p:nvPr/>
        </p:nvSpPr>
        <p:spPr>
          <a:xfrm>
            <a:off x="331694" y="603371"/>
            <a:ext cx="5326282" cy="544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Wavelength-tuning points the laser beam cross-track over a full-width angle of 0.75° (0.013rad).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One tuning sweep targets 32 footprint locations distributed with equal spacing across the swath and 8 sweeps fill in the swath cross-track with 256 overlapping footprints.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cross-track footprint spacing is 0.24m at 5km ranging distance, equal to the FWHM diameter, forming a 65m wide swath (equivalent to 6.5km swath in 500km satellite orbit).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along-track footprint spacing is 0.17m at 80m/s aircraft ground speed, forming 256 parallel tracks.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3EB10C-4A2C-984B-A855-AAD7992D6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330" y="429153"/>
            <a:ext cx="5949976" cy="53638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A756BC-C9E6-E4EF-F2DB-6C7BD435998B}"/>
              </a:ext>
            </a:extLst>
          </p:cNvPr>
          <p:cNvSpPr txBox="1"/>
          <p:nvPr/>
        </p:nvSpPr>
        <p:spPr>
          <a:xfrm>
            <a:off x="5910330" y="5792964"/>
            <a:ext cx="44341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Arial" panose="020B0604020202020204" pitchFamily="34" charset="0"/>
              </a:rPr>
              <a:t>12 of 256 Wavelength-tuned Tracks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Arial" panose="020B0604020202020204" pitchFamily="34" charset="0"/>
              </a:rPr>
              <a:t>Across the Airborne CASALS Lidar Swath</a:t>
            </a:r>
          </a:p>
        </p:txBody>
      </p:sp>
    </p:spTree>
    <p:extLst>
      <p:ext uri="{BB962C8B-B14F-4D97-AF65-F5344CB8AC3E}">
        <p14:creationId xmlns:p14="http://schemas.microsoft.com/office/powerpoint/2010/main" val="25299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9244-7E81-73FE-29FB-167D9464E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1B1C80-E8A1-FD0A-5331-661516AC0F9D}"/>
              </a:ext>
            </a:extLst>
          </p:cNvPr>
          <p:cNvSpPr txBox="1"/>
          <p:nvPr/>
        </p:nvSpPr>
        <p:spPr>
          <a:xfrm>
            <a:off x="227066" y="141706"/>
            <a:ext cx="6575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 - TDMS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9C68B1-C0E8-1FCA-B6DD-8223374AB53A}"/>
              </a:ext>
            </a:extLst>
          </p:cNvPr>
          <p:cNvSpPr txBox="1"/>
          <p:nvPr/>
        </p:nvSpPr>
        <p:spPr>
          <a:xfrm>
            <a:off x="346897" y="651340"/>
            <a:ext cx="11498205" cy="58939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the file represents (</a:t>
            </a:r>
            <a:r>
              <a:rPr lang="en-US" sz="1600" b="1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pushbroom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waveform LiDAR)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TDMS file stores many along-track advances called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contains the full cross-track swath as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256 waveform footprints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(parallel tracks).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footprint is a 1D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int16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waveform sampled in time/range.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Key acquisition parameters (from TDMS group properties)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WVLSteps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/Sweep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steps per sweep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(typically 32)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# Sweeps/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ShiftCycle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 per 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(typically 8)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Sweeps/File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rows per file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(number of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pushbroom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advances)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Derived: 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footprints_per_row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steps_per_sweep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×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sweeps_per_cycle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= 32 × 8 = 256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 vs Step (the critical definitions)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(k)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one discrete cross-track pointing/position within a wavelength-tuning sweep (k = 0..31).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 (j)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one pass through all steps (j = 0..7 within a shift cycle).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Why 8 sweeps?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Interleaving/fill-in across sweeps densifies cross-track sampling so one row becomes 256 footprints.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Channel naming and meaning (how data is stored)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TDMS contains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256 channels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named Sweep{j}Step{k} for all (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j,k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 pairs.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channel corresponds to a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fixed footprint index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across the entire file (same cross-track position pattern).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channel is stored as one long 1D stream made by concatenating all rows:</a:t>
            </a:r>
          </a:p>
          <a:p>
            <a:pPr lvl="2" algn="just">
              <a:spcAft>
                <a:spcPts val="600"/>
              </a:spcAft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channel = [row0 waveform][row1 waveform] ... [rowN-1 waveform]</a:t>
            </a:r>
          </a:p>
        </p:txBody>
      </p:sp>
    </p:spTree>
    <p:extLst>
      <p:ext uri="{BB962C8B-B14F-4D97-AF65-F5344CB8AC3E}">
        <p14:creationId xmlns:p14="http://schemas.microsoft.com/office/powerpoint/2010/main" val="398188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51A1C-89B0-A2D4-5167-8B6CC5FC4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B96F6B-AE07-2785-FD53-FE94AD45BA47}"/>
              </a:ext>
            </a:extLst>
          </p:cNvPr>
          <p:cNvSpPr txBox="1"/>
          <p:nvPr/>
        </p:nvSpPr>
        <p:spPr>
          <a:xfrm>
            <a:off x="227066" y="141706"/>
            <a:ext cx="6575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 - TDMS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2DAE5-1984-7E7B-4C37-5A30B1A2E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193" y="641580"/>
            <a:ext cx="10259613" cy="585515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53343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F07B-AD59-CA1F-E5A1-3ABFA4FA3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CB41BD-5286-CD50-0832-79504F037767}"/>
              </a:ext>
            </a:extLst>
          </p:cNvPr>
          <p:cNvSpPr txBox="1"/>
          <p:nvPr/>
        </p:nvSpPr>
        <p:spPr>
          <a:xfrm>
            <a:off x="227066" y="141706"/>
            <a:ext cx="4870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Nadir-port window reflections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2CDE9-92FF-0A30-C396-84DC910D29E3}"/>
              </a:ext>
            </a:extLst>
          </p:cNvPr>
          <p:cNvSpPr txBox="1"/>
          <p:nvPr/>
        </p:nvSpPr>
        <p:spPr>
          <a:xfrm>
            <a:off x="558530" y="971775"/>
            <a:ext cx="7216588" cy="461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 “nadir-port window” is a protective optical window in the nadir viewing path. A small fraction of the laser pulse can reflect off that window surface(s) and re-enter the receiver path, creating a strong instrumental ghost (non-geophysical) at a consistent range/time.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Possible ways to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detect: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fixed range bin / early-time consistency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abnormal amplitude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weak dependence on scene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track-localized behavior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EB5965-0B32-3C5A-4DD0-EEEC1068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389" y="368678"/>
            <a:ext cx="3168081" cy="2855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C0813D-C5CF-08ED-C8CD-CCE891C06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465388" y="3429000"/>
            <a:ext cx="3168081" cy="290885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8297C5-B857-3E03-63E9-E9380303CF4F}"/>
              </a:ext>
            </a:extLst>
          </p:cNvPr>
          <p:cNvSpPr txBox="1"/>
          <p:nvPr/>
        </p:nvSpPr>
        <p:spPr>
          <a:xfrm rot="16200000">
            <a:off x="7515082" y="469876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(m)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→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FF4B9-A0C0-2B02-FC76-8B36C52AE56F}"/>
              </a:ext>
            </a:extLst>
          </p:cNvPr>
          <p:cNvSpPr txBox="1"/>
          <p:nvPr/>
        </p:nvSpPr>
        <p:spPr>
          <a:xfrm>
            <a:off x="9381750" y="6259686"/>
            <a:ext cx="1381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 Index</a:t>
            </a:r>
          </a:p>
        </p:txBody>
      </p:sp>
    </p:spTree>
    <p:extLst>
      <p:ext uri="{BB962C8B-B14F-4D97-AF65-F5344CB8AC3E}">
        <p14:creationId xmlns:p14="http://schemas.microsoft.com/office/powerpoint/2010/main" val="216807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AE523-DB7C-9BB6-1C3B-E075964C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F2EF34-039C-5136-554D-9D298052D138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4094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622F6-673D-9C96-556A-2BE3C1D4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A4B0F6-5BEE-8AA2-AF07-6CEFEBCBA143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61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6B9F-B624-1190-FA40-222575982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A73ACD-9A81-5F5C-9A9F-A6F6EC7601FD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1907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1A5D3-2008-3F37-9276-2985523B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22288-CDC5-FAD4-D6E1-E9F2FBA91C3F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6191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9A1C-1C0E-006D-A9C4-A327034CB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8D42B6-49E9-89CF-DEA9-3F4DE73CA49B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923665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3458</TotalTime>
  <Words>1265</Words>
  <Application>Microsoft Office PowerPoint</Application>
  <PresentationFormat>Widescreen</PresentationFormat>
  <Paragraphs>87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Jiageng Zhong</cp:lastModifiedBy>
  <cp:revision>3</cp:revision>
  <cp:lastPrinted>2023-03-20T21:48:00Z</cp:lastPrinted>
  <dcterms:created xsi:type="dcterms:W3CDTF">2023-03-13T20:22:00Z</dcterms:created>
  <dcterms:modified xsi:type="dcterms:W3CDTF">2026-02-09T01:35:29Z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