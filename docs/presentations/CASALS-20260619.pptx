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579" r:id="rId2"/>
    <p:sldId id="581" r:id="rId3"/>
    <p:sldId id="583" r:id="rId4"/>
    <p:sldId id="582" r:id="rId5"/>
    <p:sldId id="584" r:id="rId6"/>
    <p:sldId id="585" r:id="rId7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BDC5C8E-FE77-4A1D-996F-C5C763F2A40F}">
          <p14:sldIdLst>
            <p14:sldId id="579"/>
            <p14:sldId id="581"/>
            <p14:sldId id="583"/>
            <p14:sldId id="582"/>
            <p14:sldId id="584"/>
            <p14:sldId id="58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101"/>
    <a:srgbClr val="FFE1E1"/>
    <a:srgbClr val="FEC3B7"/>
    <a:srgbClr val="0000FF"/>
    <a:srgbClr val="03E103"/>
    <a:srgbClr val="FF0000"/>
    <a:srgbClr val="A1F7B1"/>
    <a:srgbClr val="4272C4"/>
    <a:srgbClr val="FF0006"/>
    <a:srgbClr val="A9D1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47E727-3C78-4E35-A236-66E6CD3D4D99}" v="85" dt="2026-06-19T14:15:27.859"/>
    <p1510:client id="{FACF751F-5671-4F76-98D5-3A95C5E24D07}" v="6" dt="2026-06-19T14:35:23.6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552" autoAdjust="0"/>
  </p:normalViewPr>
  <p:slideViewPr>
    <p:cSldViewPr snapToGrid="0">
      <p:cViewPr varScale="1">
        <p:scale>
          <a:sx n="159" d="100"/>
          <a:sy n="159" d="100"/>
        </p:scale>
        <p:origin x="258" y="5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ageng Zhong" userId="b52c9415-1ab4-4841-99d2-946641921277" providerId="ADAL" clId="{8EC3C21B-848A-4780-93CD-51C3A3128A88}"/>
    <pc:docChg chg="undo custSel addSld delSld modSld sldOrd modSection">
      <pc:chgData name="Jiageng Zhong" userId="b52c9415-1ab4-4841-99d2-946641921277" providerId="ADAL" clId="{8EC3C21B-848A-4780-93CD-51C3A3128A88}" dt="2026-06-19T14:35:46.210" v="1777" actId="47"/>
      <pc:docMkLst>
        <pc:docMk/>
      </pc:docMkLst>
      <pc:sldChg chg="del">
        <pc:chgData name="Jiageng Zhong" userId="b52c9415-1ab4-4841-99d2-946641921277" providerId="ADAL" clId="{8EC3C21B-848A-4780-93CD-51C3A3128A88}" dt="2026-06-19T14:16:24.351" v="1494" actId="47"/>
        <pc:sldMkLst>
          <pc:docMk/>
          <pc:sldMk cId="0" sldId="256"/>
        </pc:sldMkLst>
      </pc:sldChg>
      <pc:sldChg chg="del">
        <pc:chgData name="Jiageng Zhong" userId="b52c9415-1ab4-4841-99d2-946641921277" providerId="ADAL" clId="{8EC3C21B-848A-4780-93CD-51C3A3128A88}" dt="2026-06-19T14:16:24.351" v="1494" actId="47"/>
        <pc:sldMkLst>
          <pc:docMk/>
          <pc:sldMk cId="3570079766" sldId="571"/>
        </pc:sldMkLst>
      </pc:sldChg>
      <pc:sldChg chg="del">
        <pc:chgData name="Jiageng Zhong" userId="b52c9415-1ab4-4841-99d2-946641921277" providerId="ADAL" clId="{8EC3C21B-848A-4780-93CD-51C3A3128A88}" dt="2026-06-19T14:16:24.351" v="1494" actId="47"/>
        <pc:sldMkLst>
          <pc:docMk/>
          <pc:sldMk cId="2682919965" sldId="572"/>
        </pc:sldMkLst>
      </pc:sldChg>
      <pc:sldChg chg="del">
        <pc:chgData name="Jiageng Zhong" userId="b52c9415-1ab4-4841-99d2-946641921277" providerId="ADAL" clId="{8EC3C21B-848A-4780-93CD-51C3A3128A88}" dt="2026-06-19T14:16:24.351" v="1494" actId="47"/>
        <pc:sldMkLst>
          <pc:docMk/>
          <pc:sldMk cId="1993469732" sldId="573"/>
        </pc:sldMkLst>
      </pc:sldChg>
      <pc:sldChg chg="del">
        <pc:chgData name="Jiageng Zhong" userId="b52c9415-1ab4-4841-99d2-946641921277" providerId="ADAL" clId="{8EC3C21B-848A-4780-93CD-51C3A3128A88}" dt="2026-06-19T14:16:24.351" v="1494" actId="47"/>
        <pc:sldMkLst>
          <pc:docMk/>
          <pc:sldMk cId="252992578" sldId="574"/>
        </pc:sldMkLst>
      </pc:sldChg>
      <pc:sldChg chg="del">
        <pc:chgData name="Jiageng Zhong" userId="b52c9415-1ab4-4841-99d2-946641921277" providerId="ADAL" clId="{8EC3C21B-848A-4780-93CD-51C3A3128A88}" dt="2026-06-19T14:16:24.351" v="1494" actId="47"/>
        <pc:sldMkLst>
          <pc:docMk/>
          <pc:sldMk cId="2532852713" sldId="575"/>
        </pc:sldMkLst>
      </pc:sldChg>
      <pc:sldChg chg="del">
        <pc:chgData name="Jiageng Zhong" userId="b52c9415-1ab4-4841-99d2-946641921277" providerId="ADAL" clId="{8EC3C21B-848A-4780-93CD-51C3A3128A88}" dt="2026-06-19T14:16:24.351" v="1494" actId="47"/>
        <pc:sldMkLst>
          <pc:docMk/>
          <pc:sldMk cId="2168070692" sldId="576"/>
        </pc:sldMkLst>
      </pc:sldChg>
      <pc:sldChg chg="del">
        <pc:chgData name="Jiageng Zhong" userId="b52c9415-1ab4-4841-99d2-946641921277" providerId="ADAL" clId="{8EC3C21B-848A-4780-93CD-51C3A3128A88}" dt="2026-06-19T14:16:24.351" v="1494" actId="47"/>
        <pc:sldMkLst>
          <pc:docMk/>
          <pc:sldMk cId="3479097923" sldId="577"/>
        </pc:sldMkLst>
      </pc:sldChg>
      <pc:sldChg chg="del">
        <pc:chgData name="Jiageng Zhong" userId="b52c9415-1ab4-4841-99d2-946641921277" providerId="ADAL" clId="{8EC3C21B-848A-4780-93CD-51C3A3128A88}" dt="2026-06-19T14:16:24.351" v="1494" actId="47"/>
        <pc:sldMkLst>
          <pc:docMk/>
          <pc:sldMk cId="3981881105" sldId="578"/>
        </pc:sldMkLst>
      </pc:sldChg>
      <pc:sldChg chg="addSp delSp modSp mod">
        <pc:chgData name="Jiageng Zhong" userId="b52c9415-1ab4-4841-99d2-946641921277" providerId="ADAL" clId="{8EC3C21B-848A-4780-93CD-51C3A3128A88}" dt="2026-06-18T18:06:08.510" v="972" actId="20577"/>
        <pc:sldMkLst>
          <pc:docMk/>
          <pc:sldMk cId="2174094271" sldId="579"/>
        </pc:sldMkLst>
        <pc:spChg chg="mod">
          <ac:chgData name="Jiageng Zhong" userId="b52c9415-1ab4-4841-99d2-946641921277" providerId="ADAL" clId="{8EC3C21B-848A-4780-93CD-51C3A3128A88}" dt="2026-06-17T23:58:01.669" v="655" actId="20577"/>
          <ac:spMkLst>
            <pc:docMk/>
            <pc:sldMk cId="2174094271" sldId="579"/>
            <ac:spMk id="2" creationId="{1AF2EF34-039C-5136-554D-9D298052D138}"/>
          </ac:spMkLst>
        </pc:spChg>
        <pc:spChg chg="add mod">
          <ac:chgData name="Jiageng Zhong" userId="b52c9415-1ab4-4841-99d2-946641921277" providerId="ADAL" clId="{8EC3C21B-848A-4780-93CD-51C3A3128A88}" dt="2026-06-18T18:06:08.510" v="972" actId="20577"/>
          <ac:spMkLst>
            <pc:docMk/>
            <pc:sldMk cId="2174094271" sldId="579"/>
            <ac:spMk id="4" creationId="{B8AF33C8-EFA2-4C71-5A09-F5D190643538}"/>
          </ac:spMkLst>
        </pc:spChg>
        <pc:spChg chg="add mod">
          <ac:chgData name="Jiageng Zhong" userId="b52c9415-1ab4-4841-99d2-946641921277" providerId="ADAL" clId="{8EC3C21B-848A-4780-93CD-51C3A3128A88}" dt="2026-06-17T23:59:52.877" v="663" actId="123"/>
          <ac:spMkLst>
            <pc:docMk/>
            <pc:sldMk cId="2174094271" sldId="579"/>
            <ac:spMk id="8" creationId="{52EFDEDD-6980-1782-B215-852019A77CE6}"/>
          </ac:spMkLst>
        </pc:spChg>
        <pc:spChg chg="add mod">
          <ac:chgData name="Jiageng Zhong" userId="b52c9415-1ab4-4841-99d2-946641921277" providerId="ADAL" clId="{8EC3C21B-848A-4780-93CD-51C3A3128A88}" dt="2026-06-18T00:41:24.645" v="701" actId="1076"/>
          <ac:spMkLst>
            <pc:docMk/>
            <pc:sldMk cId="2174094271" sldId="579"/>
            <ac:spMk id="10" creationId="{27B0FD65-FE21-5B80-A449-8AE26BEC34A6}"/>
          </ac:spMkLst>
        </pc:spChg>
        <pc:spChg chg="add mod">
          <ac:chgData name="Jiageng Zhong" userId="b52c9415-1ab4-4841-99d2-946641921277" providerId="ADAL" clId="{8EC3C21B-848A-4780-93CD-51C3A3128A88}" dt="2026-06-18T00:41:14.106" v="698" actId="1076"/>
          <ac:spMkLst>
            <pc:docMk/>
            <pc:sldMk cId="2174094271" sldId="579"/>
            <ac:spMk id="11" creationId="{1A17B51D-6F9D-B2B9-74AF-1FB459B070BD}"/>
          </ac:spMkLst>
        </pc:spChg>
        <pc:picChg chg="add mod">
          <ac:chgData name="Jiageng Zhong" userId="b52c9415-1ab4-4841-99d2-946641921277" providerId="ADAL" clId="{8EC3C21B-848A-4780-93CD-51C3A3128A88}" dt="2026-06-18T00:41:19.464" v="700" actId="1076"/>
          <ac:picMkLst>
            <pc:docMk/>
            <pc:sldMk cId="2174094271" sldId="579"/>
            <ac:picMk id="9" creationId="{3D43D129-154F-9571-20F7-D441C64F13FC}"/>
          </ac:picMkLst>
        </pc:picChg>
      </pc:sldChg>
      <pc:sldChg chg="addSp delSp modSp add del mod ord">
        <pc:chgData name="Jiageng Zhong" userId="b52c9415-1ab4-4841-99d2-946641921277" providerId="ADAL" clId="{8EC3C21B-848A-4780-93CD-51C3A3128A88}" dt="2026-06-19T14:16:24.351" v="1494" actId="47"/>
        <pc:sldMkLst>
          <pc:docMk/>
          <pc:sldMk cId="149061395" sldId="580"/>
        </pc:sldMkLst>
      </pc:sldChg>
      <pc:sldChg chg="addSp delSp modSp mod delAnim modAnim">
        <pc:chgData name="Jiageng Zhong" userId="b52c9415-1ab4-4841-99d2-946641921277" providerId="ADAL" clId="{8EC3C21B-848A-4780-93CD-51C3A3128A88}" dt="2026-06-19T14:16:46.906" v="1497" actId="1076"/>
        <pc:sldMkLst>
          <pc:docMk/>
          <pc:sldMk cId="821907803" sldId="581"/>
        </pc:sldMkLst>
        <pc:spChg chg="mod">
          <ac:chgData name="Jiageng Zhong" userId="b52c9415-1ab4-4841-99d2-946641921277" providerId="ADAL" clId="{8EC3C21B-848A-4780-93CD-51C3A3128A88}" dt="2026-06-18T00:41:36.679" v="716" actId="20577"/>
          <ac:spMkLst>
            <pc:docMk/>
            <pc:sldMk cId="821907803" sldId="581"/>
            <ac:spMk id="2" creationId="{FCA73ACD-9A81-5F5C-9A9F-A6F6EC7601FD}"/>
          </ac:spMkLst>
        </pc:spChg>
        <pc:picChg chg="add del mod">
          <ac:chgData name="Jiageng Zhong" userId="b52c9415-1ab4-4841-99d2-946641921277" providerId="ADAL" clId="{8EC3C21B-848A-4780-93CD-51C3A3128A88}" dt="2026-06-18T00:04:19.602" v="668" actId="478"/>
          <ac:picMkLst>
            <pc:docMk/>
            <pc:sldMk cId="821907803" sldId="581"/>
            <ac:picMk id="3" creationId="{B7E50A62-77B8-743E-A6D2-B9FD2D85EF9B}"/>
          </ac:picMkLst>
        </pc:picChg>
        <pc:picChg chg="add mod ord">
          <ac:chgData name="Jiageng Zhong" userId="b52c9415-1ab4-4841-99d2-946641921277" providerId="ADAL" clId="{8EC3C21B-848A-4780-93CD-51C3A3128A88}" dt="2026-06-19T14:16:46.906" v="1497" actId="1076"/>
          <ac:picMkLst>
            <pc:docMk/>
            <pc:sldMk cId="821907803" sldId="581"/>
            <ac:picMk id="3" creationId="{C6B802D0-01CD-B160-DCE6-DE9A85CD2452}"/>
          </ac:picMkLst>
        </pc:picChg>
        <pc:picChg chg="add del mod ord">
          <ac:chgData name="Jiageng Zhong" userId="b52c9415-1ab4-4841-99d2-946641921277" providerId="ADAL" clId="{8EC3C21B-848A-4780-93CD-51C3A3128A88}" dt="2026-06-19T13:09:06.403" v="1386" actId="478"/>
          <ac:picMkLst>
            <pc:docMk/>
            <pc:sldMk cId="821907803" sldId="581"/>
            <ac:picMk id="4" creationId="{5AF826A6-6DDB-DA27-A4D0-DD012B48B78B}"/>
          </ac:picMkLst>
        </pc:picChg>
      </pc:sldChg>
      <pc:sldChg chg="addSp delSp modSp mod">
        <pc:chgData name="Jiageng Zhong" userId="b52c9415-1ab4-4841-99d2-946641921277" providerId="ADAL" clId="{8EC3C21B-848A-4780-93CD-51C3A3128A88}" dt="2026-06-19T02:32:51.693" v="1385" actId="2711"/>
        <pc:sldMkLst>
          <pc:docMk/>
          <pc:sldMk cId="3556191564" sldId="582"/>
        </pc:sldMkLst>
        <pc:spChg chg="mod">
          <ac:chgData name="Jiageng Zhong" userId="b52c9415-1ab4-4841-99d2-946641921277" providerId="ADAL" clId="{8EC3C21B-848A-4780-93CD-51C3A3128A88}" dt="2026-06-18T00:42:19.739" v="762" actId="20577"/>
          <ac:spMkLst>
            <pc:docMk/>
            <pc:sldMk cId="3556191564" sldId="582"/>
            <ac:spMk id="2" creationId="{6BD22288-CDC5-FAD4-D6E1-E9F2FBA91C3F}"/>
          </ac:spMkLst>
        </pc:spChg>
        <pc:spChg chg="add del mod">
          <ac:chgData name="Jiageng Zhong" userId="b52c9415-1ab4-4841-99d2-946641921277" providerId="ADAL" clId="{8EC3C21B-848A-4780-93CD-51C3A3128A88}" dt="2026-06-18T13:48:22.614" v="921"/>
          <ac:spMkLst>
            <pc:docMk/>
            <pc:sldMk cId="3556191564" sldId="582"/>
            <ac:spMk id="5" creationId="{598F0EAF-599D-12BB-2273-30F920E36FCC}"/>
          </ac:spMkLst>
        </pc:spChg>
        <pc:spChg chg="add mod">
          <ac:chgData name="Jiageng Zhong" userId="b52c9415-1ab4-4841-99d2-946641921277" providerId="ADAL" clId="{8EC3C21B-848A-4780-93CD-51C3A3128A88}" dt="2026-06-19T01:20:13.386" v="1148" actId="164"/>
          <ac:spMkLst>
            <pc:docMk/>
            <pc:sldMk cId="3556191564" sldId="582"/>
            <ac:spMk id="6" creationId="{709403E5-90E8-D23A-6B14-DC16CFA14655}"/>
          </ac:spMkLst>
        </pc:spChg>
        <pc:spChg chg="add">
          <ac:chgData name="Jiageng Zhong" userId="b52c9415-1ab4-4841-99d2-946641921277" providerId="ADAL" clId="{8EC3C21B-848A-4780-93CD-51C3A3128A88}" dt="2026-06-18T13:48:19.739" v="919"/>
          <ac:spMkLst>
            <pc:docMk/>
            <pc:sldMk cId="3556191564" sldId="582"/>
            <ac:spMk id="7" creationId="{4BE7821A-E59B-A753-A49E-DC0A488E4E6B}"/>
          </ac:spMkLst>
        </pc:spChg>
        <pc:spChg chg="add mod">
          <ac:chgData name="Jiageng Zhong" userId="b52c9415-1ab4-4841-99d2-946641921277" providerId="ADAL" clId="{8EC3C21B-848A-4780-93CD-51C3A3128A88}" dt="2026-06-18T13:48:31.813" v="924" actId="14100"/>
          <ac:spMkLst>
            <pc:docMk/>
            <pc:sldMk cId="3556191564" sldId="582"/>
            <ac:spMk id="8" creationId="{A2C82124-9FD9-C391-9256-FD575107C038}"/>
          </ac:spMkLst>
        </pc:spChg>
        <pc:spChg chg="add del mod">
          <ac:chgData name="Jiageng Zhong" userId="b52c9415-1ab4-4841-99d2-946641921277" providerId="ADAL" clId="{8EC3C21B-848A-4780-93CD-51C3A3128A88}" dt="2026-06-18T16:41:30.549" v="948" actId="478"/>
          <ac:spMkLst>
            <pc:docMk/>
            <pc:sldMk cId="3556191564" sldId="582"/>
            <ac:spMk id="9" creationId="{581B3ABD-1718-702A-2E8A-88844ABFEB98}"/>
          </ac:spMkLst>
        </pc:spChg>
        <pc:spChg chg="add">
          <ac:chgData name="Jiageng Zhong" userId="b52c9415-1ab4-4841-99d2-946641921277" providerId="ADAL" clId="{8EC3C21B-848A-4780-93CD-51C3A3128A88}" dt="2026-06-18T16:41:27.350" v="947"/>
          <ac:spMkLst>
            <pc:docMk/>
            <pc:sldMk cId="3556191564" sldId="582"/>
            <ac:spMk id="10" creationId="{BE82E25D-01C7-EE02-9A65-0FF3E52196E0}"/>
          </ac:spMkLst>
        </pc:spChg>
        <pc:spChg chg="add mod">
          <ac:chgData name="Jiageng Zhong" userId="b52c9415-1ab4-4841-99d2-946641921277" providerId="ADAL" clId="{8EC3C21B-848A-4780-93CD-51C3A3128A88}" dt="2026-06-19T01:20:20.098" v="1196" actId="1036"/>
          <ac:spMkLst>
            <pc:docMk/>
            <pc:sldMk cId="3556191564" sldId="582"/>
            <ac:spMk id="11" creationId="{6540E2CE-161D-6227-991D-044213C8CCE5}"/>
          </ac:spMkLst>
        </pc:spChg>
        <pc:spChg chg="add mod">
          <ac:chgData name="Jiageng Zhong" userId="b52c9415-1ab4-4841-99d2-946641921277" providerId="ADAL" clId="{8EC3C21B-848A-4780-93CD-51C3A3128A88}" dt="2026-06-19T02:32:51.693" v="1385" actId="2711"/>
          <ac:spMkLst>
            <pc:docMk/>
            <pc:sldMk cId="3556191564" sldId="582"/>
            <ac:spMk id="19" creationId="{057486EE-D177-975A-DF27-739BC042458F}"/>
          </ac:spMkLst>
        </pc:spChg>
        <pc:grpChg chg="add mod">
          <ac:chgData name="Jiageng Zhong" userId="b52c9415-1ab4-4841-99d2-946641921277" providerId="ADAL" clId="{8EC3C21B-848A-4780-93CD-51C3A3128A88}" dt="2026-06-19T02:32:07.069" v="1333" actId="14100"/>
          <ac:grpSpMkLst>
            <pc:docMk/>
            <pc:sldMk cId="3556191564" sldId="582"/>
            <ac:grpSpMk id="12" creationId="{5B11DB70-2E78-8985-326A-4218E0859CBB}"/>
          </ac:grpSpMkLst>
        </pc:grpChg>
        <pc:picChg chg="add mod modCrop">
          <ac:chgData name="Jiageng Zhong" userId="b52c9415-1ab4-4841-99d2-946641921277" providerId="ADAL" clId="{8EC3C21B-848A-4780-93CD-51C3A3128A88}" dt="2026-06-19T01:20:13.386" v="1148" actId="164"/>
          <ac:picMkLst>
            <pc:docMk/>
            <pc:sldMk cId="3556191564" sldId="582"/>
            <ac:picMk id="4" creationId="{5C56AADC-8D72-FF9B-50C6-EEA7CEF62FAF}"/>
          </ac:picMkLst>
        </pc:picChg>
        <pc:picChg chg="add del mod modCrop">
          <ac:chgData name="Jiageng Zhong" userId="b52c9415-1ab4-4841-99d2-946641921277" providerId="ADAL" clId="{8EC3C21B-848A-4780-93CD-51C3A3128A88}" dt="2026-06-19T02:16:35.224" v="1323" actId="478"/>
          <ac:picMkLst>
            <pc:docMk/>
            <pc:sldMk cId="3556191564" sldId="582"/>
            <ac:picMk id="14" creationId="{924EDEE8-F249-FF80-4805-1FA4AE4B2BFE}"/>
          </ac:picMkLst>
        </pc:picChg>
        <pc:picChg chg="add del mod">
          <ac:chgData name="Jiageng Zhong" userId="b52c9415-1ab4-4841-99d2-946641921277" providerId="ADAL" clId="{8EC3C21B-848A-4780-93CD-51C3A3128A88}" dt="2026-06-19T02:16:43.384" v="1326" actId="478"/>
          <ac:picMkLst>
            <pc:docMk/>
            <pc:sldMk cId="3556191564" sldId="582"/>
            <ac:picMk id="16" creationId="{A3B5793D-C64B-7D37-9FBD-96006167612A}"/>
          </ac:picMkLst>
        </pc:picChg>
        <pc:picChg chg="add mod modCrop">
          <ac:chgData name="Jiageng Zhong" userId="b52c9415-1ab4-4841-99d2-946641921277" providerId="ADAL" clId="{8EC3C21B-848A-4780-93CD-51C3A3128A88}" dt="2026-06-19T02:32:13.599" v="1335" actId="14100"/>
          <ac:picMkLst>
            <pc:docMk/>
            <pc:sldMk cId="3556191564" sldId="582"/>
            <ac:picMk id="18" creationId="{E7E1098E-3B4F-5C11-C80D-035D19E88624}"/>
          </ac:picMkLst>
        </pc:picChg>
      </pc:sldChg>
      <pc:sldChg chg="addSp delSp modSp mod ord">
        <pc:chgData name="Jiageng Zhong" userId="b52c9415-1ab4-4841-99d2-946641921277" providerId="ADAL" clId="{8EC3C21B-848A-4780-93CD-51C3A3128A88}" dt="2026-06-19T02:07:08.871" v="1318" actId="1076"/>
        <pc:sldMkLst>
          <pc:docMk/>
          <pc:sldMk cId="1014741727" sldId="583"/>
        </pc:sldMkLst>
        <pc:spChg chg="mod">
          <ac:chgData name="Jiageng Zhong" userId="b52c9415-1ab4-4841-99d2-946641921277" providerId="ADAL" clId="{8EC3C21B-848A-4780-93CD-51C3A3128A88}" dt="2026-06-18T18:33:46.069" v="978" actId="20577"/>
          <ac:spMkLst>
            <pc:docMk/>
            <pc:sldMk cId="1014741727" sldId="583"/>
            <ac:spMk id="2" creationId="{F8C328F6-1DA1-DB0D-2B0C-386C85C97F0D}"/>
          </ac:spMkLst>
        </pc:spChg>
        <pc:spChg chg="add mod">
          <ac:chgData name="Jiageng Zhong" userId="b52c9415-1ab4-4841-99d2-946641921277" providerId="ADAL" clId="{8EC3C21B-848A-4780-93CD-51C3A3128A88}" dt="2026-06-19T02:07:06.337" v="1317" actId="1076"/>
          <ac:spMkLst>
            <pc:docMk/>
            <pc:sldMk cId="1014741727" sldId="583"/>
            <ac:spMk id="10" creationId="{4B87459E-61C4-F6EB-C371-A91E18F0F84E}"/>
          </ac:spMkLst>
        </pc:spChg>
        <pc:picChg chg="add del mod modCrop">
          <ac:chgData name="Jiageng Zhong" userId="b52c9415-1ab4-4841-99d2-946641921277" providerId="ADAL" clId="{8EC3C21B-848A-4780-93CD-51C3A3128A88}" dt="2026-06-19T01:51:35.968" v="1240" actId="478"/>
          <ac:picMkLst>
            <pc:docMk/>
            <pc:sldMk cId="1014741727" sldId="583"/>
            <ac:picMk id="4" creationId="{C2B665B0-C2B1-250F-41F0-E81F2D825746}"/>
          </ac:picMkLst>
        </pc:picChg>
        <pc:picChg chg="add del mod">
          <ac:chgData name="Jiageng Zhong" userId="b52c9415-1ab4-4841-99d2-946641921277" providerId="ADAL" clId="{8EC3C21B-848A-4780-93CD-51C3A3128A88}" dt="2026-06-19T01:51:51.619" v="1247" actId="478"/>
          <ac:picMkLst>
            <pc:docMk/>
            <pc:sldMk cId="1014741727" sldId="583"/>
            <ac:picMk id="6" creationId="{FA02B7E2-BE12-3C6C-E876-8583A1F713CB}"/>
          </ac:picMkLst>
        </pc:picChg>
        <pc:picChg chg="add del mod">
          <ac:chgData name="Jiageng Zhong" userId="b52c9415-1ab4-4841-99d2-946641921277" providerId="ADAL" clId="{8EC3C21B-848A-4780-93CD-51C3A3128A88}" dt="2026-06-19T01:51:49.523" v="1246" actId="478"/>
          <ac:picMkLst>
            <pc:docMk/>
            <pc:sldMk cId="1014741727" sldId="583"/>
            <ac:picMk id="7" creationId="{A2061B0B-400E-3D1B-6D32-3D89D0D737FB}"/>
          </ac:picMkLst>
        </pc:picChg>
        <pc:picChg chg="add mod ord">
          <ac:chgData name="Jiageng Zhong" userId="b52c9415-1ab4-4841-99d2-946641921277" providerId="ADAL" clId="{8EC3C21B-848A-4780-93CD-51C3A3128A88}" dt="2026-06-19T02:07:08.871" v="1318" actId="1076"/>
          <ac:picMkLst>
            <pc:docMk/>
            <pc:sldMk cId="1014741727" sldId="583"/>
            <ac:picMk id="9" creationId="{30466B69-93C6-A0A3-B9D6-AFBFD12944ED}"/>
          </ac:picMkLst>
        </pc:picChg>
      </pc:sldChg>
      <pc:sldChg chg="addSp delSp modSp mod">
        <pc:chgData name="Jiageng Zhong" userId="b52c9415-1ab4-4841-99d2-946641921277" providerId="ADAL" clId="{8EC3C21B-848A-4780-93CD-51C3A3128A88}" dt="2026-06-19T14:35:38.545" v="1776" actId="208"/>
        <pc:sldMkLst>
          <pc:docMk/>
          <pc:sldMk cId="665463517" sldId="584"/>
        </pc:sldMkLst>
        <pc:spChg chg="mod">
          <ac:chgData name="Jiageng Zhong" userId="b52c9415-1ab4-4841-99d2-946641921277" providerId="ADAL" clId="{8EC3C21B-848A-4780-93CD-51C3A3128A88}" dt="2026-06-19T01:34:00.242" v="1239" actId="20577"/>
          <ac:spMkLst>
            <pc:docMk/>
            <pc:sldMk cId="665463517" sldId="584"/>
            <ac:spMk id="2" creationId="{2CB07816-984E-7634-FEDE-5BDF9C5A5C4B}"/>
          </ac:spMkLst>
        </pc:spChg>
        <pc:spChg chg="add mod">
          <ac:chgData name="Jiageng Zhong" userId="b52c9415-1ab4-4841-99d2-946641921277" providerId="ADAL" clId="{8EC3C21B-848A-4780-93CD-51C3A3128A88}" dt="2026-06-19T14:34:25.076" v="1765" actId="1076"/>
          <ac:spMkLst>
            <pc:docMk/>
            <pc:sldMk cId="665463517" sldId="584"/>
            <ac:spMk id="3" creationId="{6FBA5DE2-A62F-BFE0-B3DD-7ACB34A00E4A}"/>
          </ac:spMkLst>
        </pc:spChg>
        <pc:spChg chg="add mod">
          <ac:chgData name="Jiageng Zhong" userId="b52c9415-1ab4-4841-99d2-946641921277" providerId="ADAL" clId="{8EC3C21B-848A-4780-93CD-51C3A3128A88}" dt="2026-06-19T14:34:30.346" v="1766" actId="1076"/>
          <ac:spMkLst>
            <pc:docMk/>
            <pc:sldMk cId="665463517" sldId="584"/>
            <ac:spMk id="5" creationId="{19952595-7B56-38FB-131E-C3138F60E436}"/>
          </ac:spMkLst>
        </pc:spChg>
        <pc:spChg chg="add del">
          <ac:chgData name="Jiageng Zhong" userId="b52c9415-1ab4-4841-99d2-946641921277" providerId="ADAL" clId="{8EC3C21B-848A-4780-93CD-51C3A3128A88}" dt="2026-06-19T01:15:42.615" v="1060" actId="478"/>
          <ac:spMkLst>
            <pc:docMk/>
            <pc:sldMk cId="665463517" sldId="584"/>
            <ac:spMk id="9" creationId="{1DB2692D-2A33-115F-4A65-43E32ABEC679}"/>
          </ac:spMkLst>
        </pc:spChg>
        <pc:spChg chg="add del mod">
          <ac:chgData name="Jiageng Zhong" userId="b52c9415-1ab4-4841-99d2-946641921277" providerId="ADAL" clId="{8EC3C21B-848A-4780-93CD-51C3A3128A88}" dt="2026-06-19T01:17:28.557" v="1068" actId="478"/>
          <ac:spMkLst>
            <pc:docMk/>
            <pc:sldMk cId="665463517" sldId="584"/>
            <ac:spMk id="10" creationId="{588B45A7-A19B-B378-726D-7AC933C61E26}"/>
          </ac:spMkLst>
        </pc:spChg>
        <pc:spChg chg="add del mod">
          <ac:chgData name="Jiageng Zhong" userId="b52c9415-1ab4-4841-99d2-946641921277" providerId="ADAL" clId="{8EC3C21B-848A-4780-93CD-51C3A3128A88}" dt="2026-06-19T01:17:28.557" v="1068" actId="478"/>
          <ac:spMkLst>
            <pc:docMk/>
            <pc:sldMk cId="665463517" sldId="584"/>
            <ac:spMk id="11" creationId="{37B51B63-B3A3-1658-A182-679988A7319E}"/>
          </ac:spMkLst>
        </pc:spChg>
        <pc:spChg chg="add mod">
          <ac:chgData name="Jiageng Zhong" userId="b52c9415-1ab4-4841-99d2-946641921277" providerId="ADAL" clId="{8EC3C21B-848A-4780-93CD-51C3A3128A88}" dt="2026-06-19T14:34:35.837" v="1767" actId="1076"/>
          <ac:spMkLst>
            <pc:docMk/>
            <pc:sldMk cId="665463517" sldId="584"/>
            <ac:spMk id="11" creationId="{B6083EC9-D60A-12EF-740D-637B0713EB4A}"/>
          </ac:spMkLst>
        </pc:spChg>
        <pc:spChg chg="add mod">
          <ac:chgData name="Jiageng Zhong" userId="b52c9415-1ab4-4841-99d2-946641921277" providerId="ADAL" clId="{8EC3C21B-848A-4780-93CD-51C3A3128A88}" dt="2026-06-19T14:33:06.108" v="1719" actId="1076"/>
          <ac:spMkLst>
            <pc:docMk/>
            <pc:sldMk cId="665463517" sldId="584"/>
            <ac:spMk id="12" creationId="{A6BBD25B-D331-2199-C0ED-097B9B59FC4D}"/>
          </ac:spMkLst>
        </pc:spChg>
        <pc:spChg chg="add mod">
          <ac:chgData name="Jiageng Zhong" userId="b52c9415-1ab4-4841-99d2-946641921277" providerId="ADAL" clId="{8EC3C21B-848A-4780-93CD-51C3A3128A88}" dt="2026-06-19T14:33:12.863" v="1720" actId="1076"/>
          <ac:spMkLst>
            <pc:docMk/>
            <pc:sldMk cId="665463517" sldId="584"/>
            <ac:spMk id="13" creationId="{F76585B2-8702-FE3E-6D4A-53737C8E59B1}"/>
          </ac:spMkLst>
        </pc:spChg>
        <pc:spChg chg="add mod">
          <ac:chgData name="Jiageng Zhong" userId="b52c9415-1ab4-4841-99d2-946641921277" providerId="ADAL" clId="{8EC3C21B-848A-4780-93CD-51C3A3128A88}" dt="2026-06-19T14:33:16.667" v="1721" actId="1076"/>
          <ac:spMkLst>
            <pc:docMk/>
            <pc:sldMk cId="665463517" sldId="584"/>
            <ac:spMk id="14" creationId="{CBD4419D-A367-DFA5-84E5-395C810F902B}"/>
          </ac:spMkLst>
        </pc:spChg>
        <pc:spChg chg="add mod">
          <ac:chgData name="Jiageng Zhong" userId="b52c9415-1ab4-4841-99d2-946641921277" providerId="ADAL" clId="{8EC3C21B-848A-4780-93CD-51C3A3128A88}" dt="2026-06-19T01:33:41.741" v="1207" actId="1076"/>
          <ac:spMkLst>
            <pc:docMk/>
            <pc:sldMk cId="665463517" sldId="584"/>
            <ac:spMk id="16" creationId="{650753AC-3B9D-78D3-1D79-9CFF08E727B5}"/>
          </ac:spMkLst>
        </pc:spChg>
        <pc:picChg chg="add del mod modCrop">
          <ac:chgData name="Jiageng Zhong" userId="b52c9415-1ab4-4841-99d2-946641921277" providerId="ADAL" clId="{8EC3C21B-848A-4780-93CD-51C3A3128A88}" dt="2026-06-19T14:31:59.846" v="1677" actId="478"/>
          <ac:picMkLst>
            <pc:docMk/>
            <pc:sldMk cId="665463517" sldId="584"/>
            <ac:picMk id="4" creationId="{4CD70A6C-97E6-4DA0-21E0-0B1994690085}"/>
          </ac:picMkLst>
        </pc:picChg>
        <pc:picChg chg="add del mod modCrop">
          <ac:chgData name="Jiageng Zhong" userId="b52c9415-1ab4-4841-99d2-946641921277" providerId="ADAL" clId="{8EC3C21B-848A-4780-93CD-51C3A3128A88}" dt="2026-06-19T14:31:59.846" v="1677" actId="478"/>
          <ac:picMkLst>
            <pc:docMk/>
            <pc:sldMk cId="665463517" sldId="584"/>
            <ac:picMk id="6" creationId="{C730FA39-D9DA-3DFB-C6F8-44D064BA2C8D}"/>
          </ac:picMkLst>
        </pc:picChg>
        <pc:picChg chg="add mod ord">
          <ac:chgData name="Jiageng Zhong" userId="b52c9415-1ab4-4841-99d2-946641921277" providerId="ADAL" clId="{8EC3C21B-848A-4780-93CD-51C3A3128A88}" dt="2026-06-19T14:33:00.369" v="1718" actId="552"/>
          <ac:picMkLst>
            <pc:docMk/>
            <pc:sldMk cId="665463517" sldId="584"/>
            <ac:picMk id="7" creationId="{2C76BF86-31E8-7BA7-45FB-1199B66C89C8}"/>
          </ac:picMkLst>
        </pc:picChg>
        <pc:picChg chg="add del mod modCrop">
          <ac:chgData name="Jiageng Zhong" userId="b52c9415-1ab4-4841-99d2-946641921277" providerId="ADAL" clId="{8EC3C21B-848A-4780-93CD-51C3A3128A88}" dt="2026-06-19T14:31:59.846" v="1677" actId="478"/>
          <ac:picMkLst>
            <pc:docMk/>
            <pc:sldMk cId="665463517" sldId="584"/>
            <ac:picMk id="8" creationId="{5E88412E-AFCA-E0CE-4392-3B74DDD6FF43}"/>
          </ac:picMkLst>
        </pc:picChg>
        <pc:picChg chg="add mod ord">
          <ac:chgData name="Jiageng Zhong" userId="b52c9415-1ab4-4841-99d2-946641921277" providerId="ADAL" clId="{8EC3C21B-848A-4780-93CD-51C3A3128A88}" dt="2026-06-19T14:33:00.369" v="1718" actId="552"/>
          <ac:picMkLst>
            <pc:docMk/>
            <pc:sldMk cId="665463517" sldId="584"/>
            <ac:picMk id="9" creationId="{25D3E6EF-24C5-8CE1-1D14-1AACF604D0B4}"/>
          </ac:picMkLst>
        </pc:picChg>
        <pc:picChg chg="add mod ord">
          <ac:chgData name="Jiageng Zhong" userId="b52c9415-1ab4-4841-99d2-946641921277" providerId="ADAL" clId="{8EC3C21B-848A-4780-93CD-51C3A3128A88}" dt="2026-06-19T14:33:00.369" v="1718" actId="552"/>
          <ac:picMkLst>
            <pc:docMk/>
            <pc:sldMk cId="665463517" sldId="584"/>
            <ac:picMk id="10" creationId="{8552588D-970B-3750-F4C3-47A3E61AD2B6}"/>
          </ac:picMkLst>
        </pc:picChg>
        <pc:cxnChg chg="add mod">
          <ac:chgData name="Jiageng Zhong" userId="b52c9415-1ab4-4841-99d2-946641921277" providerId="ADAL" clId="{8EC3C21B-848A-4780-93CD-51C3A3128A88}" dt="2026-06-19T14:35:38.545" v="1776" actId="208"/>
          <ac:cxnSpMkLst>
            <pc:docMk/>
            <pc:sldMk cId="665463517" sldId="584"/>
            <ac:cxnSpMk id="17" creationId="{C97F17C3-A725-0DC8-E243-16834F4E62BE}"/>
          </ac:cxnSpMkLst>
        </pc:cxnChg>
        <pc:cxnChg chg="add mod">
          <ac:chgData name="Jiageng Zhong" userId="b52c9415-1ab4-4841-99d2-946641921277" providerId="ADAL" clId="{8EC3C21B-848A-4780-93CD-51C3A3128A88}" dt="2026-06-19T14:35:38.545" v="1776" actId="208"/>
          <ac:cxnSpMkLst>
            <pc:docMk/>
            <pc:sldMk cId="665463517" sldId="584"/>
            <ac:cxnSpMk id="19" creationId="{0FAC86A7-ED71-11CB-FEFA-FF8ABD45E6C4}"/>
          </ac:cxnSpMkLst>
        </pc:cxnChg>
        <pc:cxnChg chg="add mod">
          <ac:chgData name="Jiageng Zhong" userId="b52c9415-1ab4-4841-99d2-946641921277" providerId="ADAL" clId="{8EC3C21B-848A-4780-93CD-51C3A3128A88}" dt="2026-06-19T14:35:38.545" v="1776" actId="208"/>
          <ac:cxnSpMkLst>
            <pc:docMk/>
            <pc:sldMk cId="665463517" sldId="584"/>
            <ac:cxnSpMk id="21" creationId="{B1F86EF7-F789-4263-31D4-838EFDF5785A}"/>
          </ac:cxnSpMkLst>
        </pc:cxnChg>
      </pc:sldChg>
      <pc:sldChg chg="addSp modSp mod">
        <pc:chgData name="Jiageng Zhong" userId="b52c9415-1ab4-4841-99d2-946641921277" providerId="ADAL" clId="{8EC3C21B-848A-4780-93CD-51C3A3128A88}" dt="2026-06-19T14:15:27.859" v="1493" actId="1076"/>
        <pc:sldMkLst>
          <pc:docMk/>
          <pc:sldMk cId="430923665" sldId="585"/>
        </pc:sldMkLst>
        <pc:spChg chg="mod">
          <ac:chgData name="Jiageng Zhong" userId="b52c9415-1ab4-4841-99d2-946641921277" providerId="ADAL" clId="{8EC3C21B-848A-4780-93CD-51C3A3128A88}" dt="2026-06-19T14:07:00.479" v="1434" actId="20577"/>
          <ac:spMkLst>
            <pc:docMk/>
            <pc:sldMk cId="430923665" sldId="585"/>
            <ac:spMk id="2" creationId="{7E8D42B6-49E9-89CF-DEA9-3F4DE73CA49B}"/>
          </ac:spMkLst>
        </pc:spChg>
        <pc:spChg chg="add mod">
          <ac:chgData name="Jiageng Zhong" userId="b52c9415-1ab4-4841-99d2-946641921277" providerId="ADAL" clId="{8EC3C21B-848A-4780-93CD-51C3A3128A88}" dt="2026-06-19T14:15:27.859" v="1493" actId="1076"/>
          <ac:spMkLst>
            <pc:docMk/>
            <pc:sldMk cId="430923665" sldId="585"/>
            <ac:spMk id="3" creationId="{8D04ECD5-C077-FF73-1046-BC9FB9B058A7}"/>
          </ac:spMkLst>
        </pc:spChg>
        <pc:spChg chg="add mod">
          <ac:chgData name="Jiageng Zhong" userId="b52c9415-1ab4-4841-99d2-946641921277" providerId="ADAL" clId="{8EC3C21B-848A-4780-93CD-51C3A3128A88}" dt="2026-06-19T14:15:25.797" v="1492" actId="1076"/>
          <ac:spMkLst>
            <pc:docMk/>
            <pc:sldMk cId="430923665" sldId="585"/>
            <ac:spMk id="4" creationId="{27751EC8-9F2C-3369-AF8B-7403EDCFD40A}"/>
          </ac:spMkLst>
        </pc:spChg>
      </pc:sldChg>
      <pc:sldChg chg="addSp delSp modSp add del mod">
        <pc:chgData name="Jiageng Zhong" userId="b52c9415-1ab4-4841-99d2-946641921277" providerId="ADAL" clId="{8EC3C21B-848A-4780-93CD-51C3A3128A88}" dt="2026-06-19T14:35:46.210" v="1777" actId="47"/>
        <pc:sldMkLst>
          <pc:docMk/>
          <pc:sldMk cId="3504477764" sldId="586"/>
        </pc:sldMkLst>
        <pc:spChg chg="del">
          <ac:chgData name="Jiageng Zhong" userId="b52c9415-1ab4-4841-99d2-946641921277" providerId="ADAL" clId="{8EC3C21B-848A-4780-93CD-51C3A3128A88}" dt="2026-06-19T14:28:19.649" v="1582" actId="478"/>
          <ac:spMkLst>
            <pc:docMk/>
            <pc:sldMk cId="3504477764" sldId="586"/>
            <ac:spMk id="2" creationId="{B9CE9404-D21B-8ABF-9254-6200055E49A8}"/>
          </ac:spMkLst>
        </pc:spChg>
        <pc:spChg chg="del">
          <ac:chgData name="Jiageng Zhong" userId="b52c9415-1ab4-4841-99d2-946641921277" providerId="ADAL" clId="{8EC3C21B-848A-4780-93CD-51C3A3128A88}" dt="2026-06-19T14:28:19.649" v="1582" actId="478"/>
          <ac:spMkLst>
            <pc:docMk/>
            <pc:sldMk cId="3504477764" sldId="586"/>
            <ac:spMk id="3" creationId="{4D8AB8B4-C8DB-5B80-D6E1-167A06E3365A}"/>
          </ac:spMkLst>
        </pc:spChg>
        <pc:spChg chg="del">
          <ac:chgData name="Jiageng Zhong" userId="b52c9415-1ab4-4841-99d2-946641921277" providerId="ADAL" clId="{8EC3C21B-848A-4780-93CD-51C3A3128A88}" dt="2026-06-19T14:28:19.649" v="1582" actId="478"/>
          <ac:spMkLst>
            <pc:docMk/>
            <pc:sldMk cId="3504477764" sldId="586"/>
            <ac:spMk id="4" creationId="{000C1198-5324-73AB-E6D0-27BED5254410}"/>
          </ac:spMkLst>
        </pc:spChg>
        <pc:picChg chg="add del mod modCrop">
          <ac:chgData name="Jiageng Zhong" userId="b52c9415-1ab4-4841-99d2-946641921277" providerId="ADAL" clId="{8EC3C21B-848A-4780-93CD-51C3A3128A88}" dt="2026-06-19T14:31:39.768" v="1673" actId="21"/>
          <ac:picMkLst>
            <pc:docMk/>
            <pc:sldMk cId="3504477764" sldId="586"/>
            <ac:picMk id="6" creationId="{2C76BF86-31E8-7BA7-45FB-1199B66C89C8}"/>
          </ac:picMkLst>
        </pc:picChg>
        <pc:picChg chg="add del mod modCrop">
          <ac:chgData name="Jiageng Zhong" userId="b52c9415-1ab4-4841-99d2-946641921277" providerId="ADAL" clId="{8EC3C21B-848A-4780-93CD-51C3A3128A88}" dt="2026-06-19T14:31:39.768" v="1673" actId="21"/>
          <ac:picMkLst>
            <pc:docMk/>
            <pc:sldMk cId="3504477764" sldId="586"/>
            <ac:picMk id="8" creationId="{25D3E6EF-24C5-8CE1-1D14-1AACF604D0B4}"/>
          </ac:picMkLst>
        </pc:picChg>
        <pc:picChg chg="add del mod ord modCrop">
          <ac:chgData name="Jiageng Zhong" userId="b52c9415-1ab4-4841-99d2-946641921277" providerId="ADAL" clId="{8EC3C21B-848A-4780-93CD-51C3A3128A88}" dt="2026-06-19T14:31:39.768" v="1673" actId="21"/>
          <ac:picMkLst>
            <pc:docMk/>
            <pc:sldMk cId="3504477764" sldId="586"/>
            <ac:picMk id="10" creationId="{8552588D-970B-3750-F4C3-47A3E61AD2B6}"/>
          </ac:picMkLst>
        </pc:picChg>
      </pc:sldChg>
      <pc:sldChg chg="del">
        <pc:chgData name="Jiageng Zhong" userId="b52c9415-1ab4-4841-99d2-946641921277" providerId="ADAL" clId="{8EC3C21B-848A-4780-93CD-51C3A3128A88}" dt="2026-06-19T14:16:24.351" v="1494" actId="47"/>
        <pc:sldMkLst>
          <pc:docMk/>
          <pc:sldMk cId="3653343407" sldId="58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7FC1E3-60BF-42DB-BABF-97110DE7E195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366713-8B59-4B43-8640-53155432D15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304800" y="214745"/>
            <a:ext cx="11594592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rgbClr val="4A66AC"/>
              </a:gs>
              <a:gs pos="100000">
                <a:schemeClr val="accent1">
                  <a:lumMod val="85000"/>
                  <a:lumOff val="1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901950"/>
            <a:ext cx="10363200" cy="1425614"/>
          </a:xfrm>
        </p:spPr>
        <p:txBody>
          <a:bodyPr anchor="ctr">
            <a:normAutofit/>
          </a:bodyPr>
          <a:lstStyle>
            <a:lvl1pPr algn="ctr">
              <a:defRPr sz="4800" b="1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246120"/>
            <a:ext cx="85344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9" name="Footer Placeholder 4"/>
          <p:cNvSpPr txBox="1"/>
          <p:nvPr/>
        </p:nvSpPr>
        <p:spPr>
          <a:xfrm>
            <a:off x="177875" y="6369561"/>
            <a:ext cx="2828562" cy="4050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sp>
        <p:nvSpPr>
          <p:cNvPr id="24" name="Footer Placeholder 4"/>
          <p:cNvSpPr txBox="1"/>
          <p:nvPr/>
        </p:nvSpPr>
        <p:spPr>
          <a:xfrm>
            <a:off x="3976255" y="6369561"/>
            <a:ext cx="4096974" cy="4050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963538" y="6452347"/>
            <a:ext cx="60262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t>Geospatial Sensing and Modeling Lab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970"/>
          <a:stretch>
            <a:fillRect/>
          </a:stretch>
        </p:blipFill>
        <p:spPr>
          <a:xfrm>
            <a:off x="104501" y="6369561"/>
            <a:ext cx="2159726" cy="41910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970" b="-13760"/>
          <a:stretch>
            <a:fillRect/>
          </a:stretch>
        </p:blipFill>
        <p:spPr>
          <a:xfrm>
            <a:off x="1" y="6646009"/>
            <a:ext cx="998290" cy="220379"/>
          </a:xfrm>
          <a:prstGeom prst="rect">
            <a:avLst/>
          </a:prstGeom>
        </p:spPr>
      </p:pic>
      <p:sp>
        <p:nvSpPr>
          <p:cNvPr id="12" name="Footer Placeholder 4"/>
          <p:cNvSpPr txBox="1"/>
          <p:nvPr/>
        </p:nvSpPr>
        <p:spPr>
          <a:xfrm>
            <a:off x="4038600" y="6618914"/>
            <a:ext cx="4114800" cy="23678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>
                <a:solidFill>
                  <a:schemeClr val="bg1"/>
                </a:solidFill>
                <a:latin typeface="Century Gothic" panose="020B0502020202020204"/>
                <a:ea typeface="微软雅黑" panose="020B0503020204020204" charset="-122"/>
              </a:rPr>
              <a:t>Geospatial Sensing and Modeling Lab</a:t>
            </a:r>
          </a:p>
        </p:txBody>
      </p:sp>
      <p:sp>
        <p:nvSpPr>
          <p:cNvPr id="13" name="Slide Number Placeholder 5"/>
          <p:cNvSpPr txBox="1"/>
          <p:nvPr/>
        </p:nvSpPr>
        <p:spPr>
          <a:xfrm>
            <a:off x="9382388" y="6618914"/>
            <a:ext cx="2743200" cy="23678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490F93A-7956-401B-89B5-2D52B2116DAD}" type="slidenum">
              <a:rPr lang="en-US" sz="1200" smtClean="0">
                <a:solidFill>
                  <a:schemeClr val="bg1"/>
                </a:solidFill>
              </a:rPr>
              <a:t>‹#›</a:t>
            </a:fld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499432" y="1200839"/>
            <a:ext cx="11193137" cy="5125433"/>
          </a:xfrm>
        </p:spPr>
        <p:txBody>
          <a:bodyPr/>
          <a:lstStyle>
            <a:lvl1pPr marL="274320" indent="-365760" algn="jus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+mj-lt"/>
              <a:buAutoNum type="arabicPeriod"/>
              <a:defRPr baseline="0">
                <a:solidFill>
                  <a:schemeClr val="tx1"/>
                </a:solidFill>
              </a:defRPr>
            </a:lvl1pPr>
            <a:lvl2pPr marL="576580" indent="-274320" algn="jus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baseline="0">
                <a:solidFill>
                  <a:schemeClr val="tx1"/>
                </a:solidFill>
              </a:defRPr>
            </a:lvl2pPr>
            <a:lvl3pPr marL="1143000" indent="-228600" algn="jus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Courier New" panose="02070309020205020404" pitchFamily="49" charset="0"/>
              <a:buChar char="o"/>
              <a:defRPr/>
            </a:lvl3pPr>
            <a:lvl4pPr marL="1600200" indent="-228600" algn="jus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Courier New" panose="02070309020205020404" pitchFamily="49" charset="0"/>
              <a:buChar char="o"/>
              <a:defRPr/>
            </a:lvl4pPr>
            <a:lvl5pPr marL="2057400" indent="-228600" algn="jus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Courier New" panose="02070309020205020404" pitchFamily="49" charset="0"/>
              <a:buChar char="o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itle 6"/>
          <p:cNvSpPr>
            <a:spLocks noGrp="1"/>
          </p:cNvSpPr>
          <p:nvPr>
            <p:ph type="title"/>
          </p:nvPr>
        </p:nvSpPr>
        <p:spPr>
          <a:xfrm>
            <a:off x="609600" y="338328"/>
            <a:ext cx="10972800" cy="862511"/>
          </a:xfrm>
        </p:spPr>
        <p:txBody>
          <a:bodyPr anchor="ctr">
            <a:normAutofit/>
          </a:bodyPr>
          <a:lstStyle>
            <a:lvl1pPr>
              <a:defRPr sz="4000" b="1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320"/>
          <p:cNvSpPr/>
          <p:nvPr/>
        </p:nvSpPr>
        <p:spPr>
          <a:xfrm>
            <a:off x="-1" y="6585045"/>
            <a:ext cx="12192000" cy="279043"/>
          </a:xfrm>
          <a:prstGeom prst="rect">
            <a:avLst/>
          </a:prstGeom>
          <a:solidFill>
            <a:srgbClr val="4A66A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2" name="矩形 320"/>
          <p:cNvSpPr/>
          <p:nvPr/>
        </p:nvSpPr>
        <p:spPr>
          <a:xfrm>
            <a:off x="-1" y="0"/>
            <a:ext cx="12192000" cy="146304"/>
          </a:xfrm>
          <a:prstGeom prst="rect">
            <a:avLst/>
          </a:prstGeom>
          <a:solidFill>
            <a:srgbClr val="4A66A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AE523-DB7C-9BB6-1C3B-E075964C5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F2EF34-039C-5136-554D-9D298052D138}"/>
              </a:ext>
            </a:extLst>
          </p:cNvPr>
          <p:cNvSpPr txBox="1"/>
          <p:nvPr/>
        </p:nvSpPr>
        <p:spPr>
          <a:xfrm>
            <a:off x="227066" y="141706"/>
            <a:ext cx="1199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AF33C8-EFA2-4C71-5A09-F5D190643538}"/>
              </a:ext>
            </a:extLst>
          </p:cNvPr>
          <p:cNvSpPr txBox="1"/>
          <p:nvPr/>
        </p:nvSpPr>
        <p:spPr>
          <a:xfrm>
            <a:off x="716530" y="2015669"/>
            <a:ext cx="223728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H5 file: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refh_longitude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refh_latitude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refh_height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refh_snr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refh_amp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refh_thres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good_snr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track_num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sweep_num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bg_mean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bg_std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……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EFDEDD-6980-1782-B215-852019A77CE6}"/>
              </a:ext>
            </a:extLst>
          </p:cNvPr>
          <p:cNvSpPr txBox="1"/>
          <p:nvPr/>
        </p:nvSpPr>
        <p:spPr>
          <a:xfrm>
            <a:off x="716530" y="659567"/>
            <a:ext cx="106490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CASALS L1B is a calibrated/geolocated sensor-level HDF5 product. In the current analysis, we use the </a:t>
            </a:r>
            <a:r>
              <a:rPr lang="en-US" u="sng" dirty="0" err="1">
                <a:latin typeface="Arial" panose="020B0604020202020204" pitchFamily="34" charset="0"/>
                <a:cs typeface="Arial" panose="020B0604020202020204" pitchFamily="34" charset="0"/>
              </a:rPr>
              <a:t>refh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reference-return fields as a Level-A point representation, together with signal attributes such as amplitude, background statistics, and SNR.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D43D129-154F-9571-20F7-D441C64F1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6016978" y="1480277"/>
            <a:ext cx="4914951" cy="451279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7B0FD65-FE21-5B80-A449-8AE26BEC34A6}"/>
              </a:ext>
            </a:extLst>
          </p:cNvPr>
          <p:cNvSpPr txBox="1"/>
          <p:nvPr/>
        </p:nvSpPr>
        <p:spPr>
          <a:xfrm rot="16200000">
            <a:off x="4936774" y="3552006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Range (m)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→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17B51D-6F9D-B2B9-74AF-1FB459B070BD}"/>
              </a:ext>
            </a:extLst>
          </p:cNvPr>
          <p:cNvSpPr txBox="1"/>
          <p:nvPr/>
        </p:nvSpPr>
        <p:spPr>
          <a:xfrm>
            <a:off x="7783687" y="6049824"/>
            <a:ext cx="1381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Track Index</a:t>
            </a:r>
          </a:p>
        </p:txBody>
      </p:sp>
    </p:spTree>
    <p:extLst>
      <p:ext uri="{BB962C8B-B14F-4D97-AF65-F5344CB8AC3E}">
        <p14:creationId xmlns:p14="http://schemas.microsoft.com/office/powerpoint/2010/main" val="2174094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86B9F-B624-1190-FA40-222575982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asals_20241112_pushbroom_refh_snr">
            <a:hlinkClick r:id="" action="ppaction://media"/>
            <a:extLst>
              <a:ext uri="{FF2B5EF4-FFF2-40B4-BE49-F238E27FC236}">
                <a16:creationId xmlns:a16="http://schemas.microsoft.com/office/drawing/2014/main" id="{C6B802D0-01CD-B160-DCE6-DE9A85CD245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91060" y="203866"/>
            <a:ext cx="11260604" cy="632262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A73ACD-9A81-5F5C-9A9F-A6F6EC7601FD}"/>
              </a:ext>
            </a:extLst>
          </p:cNvPr>
          <p:cNvSpPr txBox="1"/>
          <p:nvPr/>
        </p:nvSpPr>
        <p:spPr>
          <a:xfrm>
            <a:off x="227066" y="141706"/>
            <a:ext cx="1199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1907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04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97A6A-A20E-565E-B92E-8E9F18B5E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0466B69-93C6-A0A3-B9D6-AFBFD12944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507" y="141706"/>
            <a:ext cx="11052418" cy="629348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8C328F6-1DA1-DB0D-2B0C-386C85C97F0D}"/>
              </a:ext>
            </a:extLst>
          </p:cNvPr>
          <p:cNvSpPr txBox="1"/>
          <p:nvPr/>
        </p:nvSpPr>
        <p:spPr>
          <a:xfrm>
            <a:off x="227066" y="141706"/>
            <a:ext cx="12153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DSM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87459E-61C4-F6EB-C371-A91E18F0F84E}"/>
              </a:ext>
            </a:extLst>
          </p:cNvPr>
          <p:cNvSpPr txBox="1"/>
          <p:nvPr/>
        </p:nvSpPr>
        <p:spPr>
          <a:xfrm>
            <a:off x="2820987" y="6155437"/>
            <a:ext cx="6550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DSM is generated using points whose SNR&gt;=4.5.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4741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1A5D3-2008-3F37-9276-2985523B9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D22288-CDC5-FAD4-D6E1-E9F2FBA91C3F}"/>
              </a:ext>
            </a:extLst>
          </p:cNvPr>
          <p:cNvSpPr txBox="1"/>
          <p:nvPr/>
        </p:nvSpPr>
        <p:spPr>
          <a:xfrm>
            <a:off x="227066" y="141706"/>
            <a:ext cx="18982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Elevation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B11DB70-2E78-8985-326A-4218E0859CBB}"/>
              </a:ext>
            </a:extLst>
          </p:cNvPr>
          <p:cNvGrpSpPr/>
          <p:nvPr/>
        </p:nvGrpSpPr>
        <p:grpSpPr>
          <a:xfrm>
            <a:off x="970383" y="1108075"/>
            <a:ext cx="4973217" cy="3388703"/>
            <a:chOff x="3453233" y="212330"/>
            <a:chExt cx="5468912" cy="373769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C56AADC-8D72-FF9B-50C6-EEA7CEF62F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9459" t="14995" r="29647" b="12625"/>
            <a:stretch>
              <a:fillRect/>
            </a:stretch>
          </p:blipFill>
          <p:spPr>
            <a:xfrm>
              <a:off x="3453233" y="212330"/>
              <a:ext cx="5285533" cy="3737693"/>
            </a:xfrm>
            <a:prstGeom prst="rect">
              <a:avLst/>
            </a:prstGeom>
          </p:spPr>
        </p:pic>
        <p:sp>
          <p:nvSpPr>
            <p:cNvPr id="6" name="Right Brace 5">
              <a:extLst>
                <a:ext uri="{FF2B5EF4-FFF2-40B4-BE49-F238E27FC236}">
                  <a16:creationId xmlns:a16="http://schemas.microsoft.com/office/drawing/2014/main" id="{709403E5-90E8-D23A-6B14-DC16CFA14655}"/>
                </a:ext>
              </a:extLst>
            </p:cNvPr>
            <p:cNvSpPr/>
            <p:nvPr/>
          </p:nvSpPr>
          <p:spPr>
            <a:xfrm>
              <a:off x="8775242" y="2181130"/>
              <a:ext cx="146903" cy="390651"/>
            </a:xfrm>
            <a:prstGeom prst="rightBrace">
              <a:avLst>
                <a:gd name="adj1" fmla="val 51515"/>
                <a:gd name="adj2" fmla="val 50000"/>
              </a:avLst>
            </a:prstGeom>
            <a:ln w="28575">
              <a:solidFill>
                <a:srgbClr val="FF01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 5">
            <a:extLst>
              <a:ext uri="{FF2B5EF4-FFF2-40B4-BE49-F238E27FC236}">
                <a16:creationId xmlns:a16="http://schemas.microsoft.com/office/drawing/2014/main" id="{6540E2CE-161D-6227-991D-044213C8CC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786" y="4652493"/>
            <a:ext cx="11020425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Raw CASALS–3DEP height difference is large and stable, about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−37.6 to −38.0 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mainly reflecting a mixed height-system difference rather than same-datum ground error.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CASALS is treated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WGS84 ellipsoidal height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while 3DEP is treated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NAD83(2011) + NAVD88 orthometric height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Full WGS84 3D transformation gives a shift of about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−37.1 to −37.7 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reduces the ground-to-ground residual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−0.28 to −0.52 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7E1098E-3B4F-5C11-C80D-035D19E886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56"/>
          <a:stretch>
            <a:fillRect/>
          </a:stretch>
        </p:blipFill>
        <p:spPr>
          <a:xfrm>
            <a:off x="6095999" y="1127659"/>
            <a:ext cx="5762625" cy="336911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57486EE-D177-975A-DF27-739BC042458F}"/>
              </a:ext>
            </a:extLst>
          </p:cNvPr>
          <p:cNvSpPr txBox="1"/>
          <p:nvPr/>
        </p:nvSpPr>
        <p:spPr>
          <a:xfrm>
            <a:off x="6938894" y="765211"/>
            <a:ext cx="45448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Histogram of residuals after transformation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6191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13E27-E1B8-1FD7-238F-060105E89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552588D-970B-3750-F4C3-47A3E61AD2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250" t="46604" r="14889" b="36640"/>
          <a:stretch>
            <a:fillRect/>
          </a:stretch>
        </p:blipFill>
        <p:spPr>
          <a:xfrm>
            <a:off x="371256" y="674127"/>
            <a:ext cx="10199805" cy="17253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76BF86-31E8-7BA7-45FB-1199B66C89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250" t="46603" r="14889" b="36641"/>
          <a:stretch>
            <a:fillRect/>
          </a:stretch>
        </p:blipFill>
        <p:spPr>
          <a:xfrm>
            <a:off x="371256" y="4652718"/>
            <a:ext cx="10199808" cy="17253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5D3E6EF-24C5-8CE1-1D14-1AACF604D0B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1249" t="46603" r="14889" b="36641"/>
          <a:stretch>
            <a:fillRect/>
          </a:stretch>
        </p:blipFill>
        <p:spPr>
          <a:xfrm>
            <a:off x="371256" y="2663422"/>
            <a:ext cx="10199806" cy="172539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CB07816-984E-7634-FEDE-5BDF9C5A5C4B}"/>
              </a:ext>
            </a:extLst>
          </p:cNvPr>
          <p:cNvSpPr txBox="1"/>
          <p:nvPr/>
        </p:nvSpPr>
        <p:spPr>
          <a:xfrm>
            <a:off x="227066" y="141706"/>
            <a:ext cx="25314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Classification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BBD25B-D331-2199-C0ED-097B9B59FC4D}"/>
              </a:ext>
            </a:extLst>
          </p:cNvPr>
          <p:cNvSpPr txBox="1"/>
          <p:nvPr/>
        </p:nvSpPr>
        <p:spPr>
          <a:xfrm>
            <a:off x="371256" y="2030186"/>
            <a:ext cx="1358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 Points</a:t>
            </a:r>
            <a:endParaRPr lang="en-US" b="1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6585B2-8702-FE3E-6D4A-53737C8E59B1}"/>
              </a:ext>
            </a:extLst>
          </p:cNvPr>
          <p:cNvSpPr txBox="1"/>
          <p:nvPr/>
        </p:nvSpPr>
        <p:spPr>
          <a:xfrm>
            <a:off x="371256" y="4019483"/>
            <a:ext cx="2029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Filtered Points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D4419D-A367-DFA5-84E5-395C810F902B}"/>
              </a:ext>
            </a:extLst>
          </p:cNvPr>
          <p:cNvSpPr txBox="1"/>
          <p:nvPr/>
        </p:nvSpPr>
        <p:spPr>
          <a:xfrm>
            <a:off x="371256" y="6008779"/>
            <a:ext cx="2029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Ground Points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0753AC-3B9D-78D3-1D79-9CFF08E727B5}"/>
              </a:ext>
            </a:extLst>
          </p:cNvPr>
          <p:cNvSpPr txBox="1"/>
          <p:nvPr/>
        </p:nvSpPr>
        <p:spPr>
          <a:xfrm>
            <a:off x="6413500" y="187872"/>
            <a:ext cx="483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Data: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casals_l1b_20241118T171757_001_02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BA5DE2-A62F-BFE0-B3DD-7ACB34A00E4A}"/>
              </a:ext>
            </a:extLst>
          </p:cNvPr>
          <p:cNvSpPr txBox="1"/>
          <p:nvPr/>
        </p:nvSpPr>
        <p:spPr>
          <a:xfrm>
            <a:off x="10742180" y="1300604"/>
            <a:ext cx="10073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Red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points for noise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952595-7B56-38FB-131E-C3138F60E436}"/>
              </a:ext>
            </a:extLst>
          </p:cNvPr>
          <p:cNvSpPr txBox="1"/>
          <p:nvPr/>
        </p:nvSpPr>
        <p:spPr>
          <a:xfrm>
            <a:off x="10696979" y="3157048"/>
            <a:ext cx="12921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Green points for surface cover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083EC9-D60A-12EF-740D-637B0713EB4A}"/>
              </a:ext>
            </a:extLst>
          </p:cNvPr>
          <p:cNvSpPr txBox="1"/>
          <p:nvPr/>
        </p:nvSpPr>
        <p:spPr>
          <a:xfrm>
            <a:off x="10742180" y="5095731"/>
            <a:ext cx="12921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Grey points for ground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97F17C3-A725-0DC8-E243-16834F4E62BE}"/>
              </a:ext>
            </a:extLst>
          </p:cNvPr>
          <p:cNvCxnSpPr>
            <a:stCxn id="11" idx="1"/>
          </p:cNvCxnSpPr>
          <p:nvPr/>
        </p:nvCxnSpPr>
        <p:spPr>
          <a:xfrm flipH="1">
            <a:off x="9833548" y="5326564"/>
            <a:ext cx="908632" cy="39915"/>
          </a:xfrm>
          <a:prstGeom prst="line">
            <a:avLst/>
          </a:prstGeom>
          <a:ln w="19050">
            <a:solidFill>
              <a:srgbClr val="00B0F0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FAC86A7-ED71-11CB-FEFA-FF8ABD45E6C4}"/>
              </a:ext>
            </a:extLst>
          </p:cNvPr>
          <p:cNvCxnSpPr>
            <a:stCxn id="5" idx="1"/>
          </p:cNvCxnSpPr>
          <p:nvPr/>
        </p:nvCxnSpPr>
        <p:spPr>
          <a:xfrm flipH="1">
            <a:off x="9120016" y="3387881"/>
            <a:ext cx="1576963" cy="197766"/>
          </a:xfrm>
          <a:prstGeom prst="line">
            <a:avLst/>
          </a:prstGeom>
          <a:ln w="19050">
            <a:solidFill>
              <a:srgbClr val="00B0F0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1F86EF7-F789-4263-31D4-838EFDF5785A}"/>
              </a:ext>
            </a:extLst>
          </p:cNvPr>
          <p:cNvCxnSpPr>
            <a:stCxn id="3" idx="1"/>
          </p:cNvCxnSpPr>
          <p:nvPr/>
        </p:nvCxnSpPr>
        <p:spPr>
          <a:xfrm flipH="1">
            <a:off x="8895163" y="1531437"/>
            <a:ext cx="1847017" cy="603162"/>
          </a:xfrm>
          <a:prstGeom prst="line">
            <a:avLst/>
          </a:prstGeom>
          <a:ln w="19050">
            <a:solidFill>
              <a:srgbClr val="00B0F0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5463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A9A1C-1C0E-006D-A9C4-A327034CB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8D42B6-49E9-89CF-DEA9-3F4DE73CA49B}"/>
              </a:ext>
            </a:extLst>
          </p:cNvPr>
          <p:cNvSpPr txBox="1"/>
          <p:nvPr/>
        </p:nvSpPr>
        <p:spPr>
          <a:xfrm>
            <a:off x="227066" y="141706"/>
            <a:ext cx="47676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Understanding &amp; Suggestion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D04ECD5-C077-FF73-1046-BC9FB9B058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100" y="1026440"/>
            <a:ext cx="1160780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CASALS L1B is a geolocated waveform product, not a multi-return point-cloud product.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It stores full Tx/Rx waveforms and one main geolocated reference return per pulse.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refh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is the geolocated reference height.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It is the WGS84 ellipsoidal height of the receive-waveform bin with maximum amplitude. Therefore,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refh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represents one selected waveform bin per pulse, not all waveform peaks.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L1B file has one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refh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point per pulse.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There is no confirmed stored geolocation for other waveform peaks.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We should not assume that non-reference peaks from waveform decomposition already have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/height.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Beam-angle fields exist and are meaningful.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L1B includes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local_beam_azimuth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local_beam_elevation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plus range-window fields such as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rwstart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rwstop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bin_size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and timing/correction fields.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However, beam angle alone is not enough.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It gives a ray direction, but not the position of another peak along that ray. To geolocate another peak, we also need a validated mapping from waveform bin offset to physical range offset.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7751EC8-9F2C-3369-AF8B-7403EDCFD4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100" y="4242622"/>
            <a:ext cx="11607800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Since CASALS L1B currently provides full waveforms and one geolocated reference height per pulse, it would be very useful to also preserve more complete georeferencing information for the waveform/range dimension.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Ideally, the product should include either explicit geolocation, or a fully documented beam/range model that allows users to derive coordinates for any waveform bin or decomposed peak.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At minimum, the documentation should clearly define all parameters,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e.g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whether the beam vector points sensor-to-surface or surface-to-sensor. This would allow waveform decomposition results to be converted into scientifically defensible derived returns, rather than being limited to relative waveform-shape analysis.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0923665"/>
      </p:ext>
    </p:extLst>
  </p:cSld>
  <p:clrMapOvr>
    <a:masterClrMapping/>
  </p:clrMapOvr>
</p:sld>
</file>

<file path=ppt/theme/theme1.xml><?xml version="1.0" encoding="utf-8"?>
<a:theme xmlns:a="http://schemas.openxmlformats.org/drawingml/2006/main" name="MyLab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MyLabTemplate</Template>
  <TotalTime>5603</TotalTime>
  <Words>528</Words>
  <Application>Microsoft Office PowerPoint</Application>
  <PresentationFormat>Widescreen</PresentationFormat>
  <Paragraphs>32</Paragraphs>
  <Slides>6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Candara</vt:lpstr>
      <vt:lpstr>Century Gothic</vt:lpstr>
      <vt:lpstr>Courier New</vt:lpstr>
      <vt:lpstr>Wingdings</vt:lpstr>
      <vt:lpstr>MyLabTemplate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Tian, Xiangxi</dc:creator>
  <cp:lastModifiedBy>Jiageng Zhong</cp:lastModifiedBy>
  <cp:revision>3</cp:revision>
  <cp:lastPrinted>2023-03-20T21:48:00Z</cp:lastPrinted>
  <dcterms:created xsi:type="dcterms:W3CDTF">2023-03-13T20:22:00Z</dcterms:created>
  <dcterms:modified xsi:type="dcterms:W3CDTF">2026-06-19T14:35:46Z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CA90B532ADC54537AAF9D2451E2C1153_12</vt:lpwstr>
  </property>
  <property fmtid="{D5CDD505-2E9C-101B-9397-08002B2CF9AE}" pid="3" name="KSOProductBuildVer">
    <vt:lpwstr>2052-12.1.0.20305</vt:lpwstr>
  </property>
  <property fmtid="{D5CDD505-2E9C-101B-9397-08002B2CF9AE}" pid="4" name="MSIP_Label_f7606f69-b0ae-4874-be30-7d43a3c7be10_Enabled">
    <vt:lpwstr>true</vt:lpwstr>
  </property>
  <property fmtid="{D5CDD505-2E9C-101B-9397-08002B2CF9AE}" pid="5" name="MSIP_Label_f7606f69-b0ae-4874-be30-7d43a3c7be10_SetDate">
    <vt:lpwstr>2025-03-16T16:54:59Z</vt:lpwstr>
  </property>
  <property fmtid="{D5CDD505-2E9C-101B-9397-08002B2CF9AE}" pid="6" name="MSIP_Label_f7606f69-b0ae-4874-be30-7d43a3c7be10_Method">
    <vt:lpwstr>Standard</vt:lpwstr>
  </property>
  <property fmtid="{D5CDD505-2E9C-101B-9397-08002B2CF9AE}" pid="7" name="MSIP_Label_f7606f69-b0ae-4874-be30-7d43a3c7be10_Name">
    <vt:lpwstr>defa4170-0d19-0005-0001-bc88714345d2</vt:lpwstr>
  </property>
  <property fmtid="{D5CDD505-2E9C-101B-9397-08002B2CF9AE}" pid="8" name="MSIP_Label_f7606f69-b0ae-4874-be30-7d43a3c7be10_SiteId">
    <vt:lpwstr>4130bd39-7c53-419c-b1e5-8758d6d63f21</vt:lpwstr>
  </property>
  <property fmtid="{D5CDD505-2E9C-101B-9397-08002B2CF9AE}" pid="9" name="MSIP_Label_f7606f69-b0ae-4874-be30-7d43a3c7be10_ActionId">
    <vt:lpwstr>e8e0e3cd-6669-4278-ab21-f3c13c1359ea</vt:lpwstr>
  </property>
  <property fmtid="{D5CDD505-2E9C-101B-9397-08002B2CF9AE}" pid="10" name="MSIP_Label_f7606f69-b0ae-4874-be30-7d43a3c7be10_ContentBits">
    <vt:lpwstr>0</vt:lpwstr>
  </property>
  <property fmtid="{D5CDD505-2E9C-101B-9397-08002B2CF9AE}" pid="11" name="MSIP_Label_f7606f69-b0ae-4874-be30-7d43a3c7be10_Tag">
    <vt:lpwstr>50, 3, 0, 1</vt:lpwstr>
  </property>
</Properties>
</file>