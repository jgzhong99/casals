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603" r:id="rId3"/>
    <p:sldId id="600" r:id="rId4"/>
    <p:sldId id="599" r:id="rId5"/>
    <p:sldId id="602" r:id="rId6"/>
    <p:sldId id="584" r:id="rId7"/>
    <p:sldId id="583" r:id="rId8"/>
    <p:sldId id="604" r:id="rId9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BDC5C8E-FE77-4A1D-996F-C5C763F2A40F}">
          <p14:sldIdLst>
            <p14:sldId id="256"/>
            <p14:sldId id="603"/>
            <p14:sldId id="600"/>
            <p14:sldId id="599"/>
            <p14:sldId id="602"/>
            <p14:sldId id="584"/>
            <p14:sldId id="583"/>
            <p14:sldId id="60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101"/>
    <a:srgbClr val="FFE1E1"/>
    <a:srgbClr val="FEC3B7"/>
    <a:srgbClr val="0000FF"/>
    <a:srgbClr val="03E103"/>
    <a:srgbClr val="FF0000"/>
    <a:srgbClr val="A1F7B1"/>
    <a:srgbClr val="4272C4"/>
    <a:srgbClr val="FF0006"/>
    <a:srgbClr val="A9D1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E28B21-9687-42F2-9268-81E9CDCD4E05}" v="39" dt="2026-10-14T15:29:29.9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ageng Zhong" userId="b52c9415-1ab4-4841-99d2-946641921277" providerId="ADAL" clId="{8EC3C21B-848A-4780-93CD-51C3A3128A88}"/>
    <pc:docChg chg="undo custSel addSld delSld modSld sldOrd modSection">
      <pc:chgData name="Jiageng Zhong" userId="b52c9415-1ab4-4841-99d2-946641921277" providerId="ADAL" clId="{8EC3C21B-848A-4780-93CD-51C3A3128A88}" dt="2026-10-14T15:29:29.940" v="3413" actId="14100"/>
      <pc:docMkLst>
        <pc:docMk/>
      </pc:docMkLst>
      <pc:sldChg chg="addSp delSp modSp mod ord">
        <pc:chgData name="Jiageng Zhong" userId="b52c9415-1ab4-4841-99d2-946641921277" providerId="ADAL" clId="{8EC3C21B-848A-4780-93CD-51C3A3128A88}" dt="2026-10-10T22:39:53.924" v="3322" actId="404"/>
        <pc:sldMkLst>
          <pc:docMk/>
          <pc:sldMk cId="1014741727" sldId="583"/>
        </pc:sldMkLst>
        <pc:spChg chg="add mod">
          <ac:chgData name="Jiageng Zhong" userId="b52c9415-1ab4-4841-99d2-946641921277" providerId="ADAL" clId="{8EC3C21B-848A-4780-93CD-51C3A3128A88}" dt="2026-10-10T22:39:53.924" v="3322" actId="404"/>
          <ac:spMkLst>
            <pc:docMk/>
            <pc:sldMk cId="1014741727" sldId="583"/>
            <ac:spMk id="5" creationId="{7AC6C926-DCBF-7203-A9DD-74E528CA15D1}"/>
          </ac:spMkLst>
        </pc:spChg>
        <pc:picChg chg="add mod ord">
          <ac:chgData name="Jiageng Zhong" userId="b52c9415-1ab4-4841-99d2-946641921277" providerId="ADAL" clId="{8EC3C21B-848A-4780-93CD-51C3A3128A88}" dt="2026-10-10T02:29:49.858" v="2363" actId="1076"/>
          <ac:picMkLst>
            <pc:docMk/>
            <pc:sldMk cId="1014741727" sldId="583"/>
            <ac:picMk id="4" creationId="{97699BEF-354A-DBD9-9A5A-F594A083C22A}"/>
          </ac:picMkLst>
        </pc:picChg>
      </pc:sldChg>
      <pc:sldChg chg="addSp delSp modSp mod ord">
        <pc:chgData name="Jiageng Zhong" userId="b52c9415-1ab4-4841-99d2-946641921277" providerId="ADAL" clId="{8EC3C21B-848A-4780-93CD-51C3A3128A88}" dt="2026-10-10T18:55:59.053" v="2667"/>
        <pc:sldMkLst>
          <pc:docMk/>
          <pc:sldMk cId="665463517" sldId="584"/>
        </pc:sldMkLst>
        <pc:spChg chg="mod">
          <ac:chgData name="Jiageng Zhong" userId="b52c9415-1ab4-4841-99d2-946641921277" providerId="ADAL" clId="{8EC3C21B-848A-4780-93CD-51C3A3128A88}" dt="2026-10-10T02:23:59.257" v="2356" actId="1076"/>
          <ac:spMkLst>
            <pc:docMk/>
            <pc:sldMk cId="665463517" sldId="584"/>
            <ac:spMk id="12" creationId="{A6BBD25B-D331-2199-C0ED-097B9B59FC4D}"/>
          </ac:spMkLst>
        </pc:spChg>
        <pc:spChg chg="mod">
          <ac:chgData name="Jiageng Zhong" userId="b52c9415-1ab4-4841-99d2-946641921277" providerId="ADAL" clId="{8EC3C21B-848A-4780-93CD-51C3A3128A88}" dt="2026-10-10T02:23:53.170" v="2355" actId="1076"/>
          <ac:spMkLst>
            <pc:docMk/>
            <pc:sldMk cId="665463517" sldId="584"/>
            <ac:spMk id="13" creationId="{F76585B2-8702-FE3E-6D4A-53737C8E59B1}"/>
          </ac:spMkLst>
        </pc:spChg>
        <pc:spChg chg="mod">
          <ac:chgData name="Jiageng Zhong" userId="b52c9415-1ab4-4841-99d2-946641921277" providerId="ADAL" clId="{8EC3C21B-848A-4780-93CD-51C3A3128A88}" dt="2026-10-10T02:23:43.006" v="2353" actId="1076"/>
          <ac:spMkLst>
            <pc:docMk/>
            <pc:sldMk cId="665463517" sldId="584"/>
            <ac:spMk id="14" creationId="{CBD4419D-A367-DFA5-84E5-395C810F902B}"/>
          </ac:spMkLst>
        </pc:spChg>
        <pc:picChg chg="add mod ord">
          <ac:chgData name="Jiageng Zhong" userId="b52c9415-1ab4-4841-99d2-946641921277" providerId="ADAL" clId="{8EC3C21B-848A-4780-93CD-51C3A3128A88}" dt="2026-10-10T02:23:31.387" v="2352" actId="1035"/>
          <ac:picMkLst>
            <pc:docMk/>
            <pc:sldMk cId="665463517" sldId="584"/>
            <ac:picMk id="5" creationId="{191D13FE-FD17-6BC3-61CC-235E6AFC3CE8}"/>
          </ac:picMkLst>
        </pc:picChg>
        <pc:picChg chg="add mod ord">
          <ac:chgData name="Jiageng Zhong" userId="b52c9415-1ab4-4841-99d2-946641921277" providerId="ADAL" clId="{8EC3C21B-848A-4780-93CD-51C3A3128A88}" dt="2026-10-10T02:23:31.387" v="2352" actId="1035"/>
          <ac:picMkLst>
            <pc:docMk/>
            <pc:sldMk cId="665463517" sldId="584"/>
            <ac:picMk id="9" creationId="{12A3FFA2-D28A-4048-B3F1-2ACE99906422}"/>
          </ac:picMkLst>
        </pc:picChg>
        <pc:picChg chg="add mod ord">
          <ac:chgData name="Jiageng Zhong" userId="b52c9415-1ab4-4841-99d2-946641921277" providerId="ADAL" clId="{8EC3C21B-848A-4780-93CD-51C3A3128A88}" dt="2026-10-10T02:23:31.387" v="2352" actId="1035"/>
          <ac:picMkLst>
            <pc:docMk/>
            <pc:sldMk cId="665463517" sldId="584"/>
            <ac:picMk id="11" creationId="{BD52CB14-2512-1F72-32B6-0DC712498203}"/>
          </ac:picMkLst>
        </pc:picChg>
      </pc:sldChg>
      <pc:sldChg chg="addSp delSp modSp mod ord">
        <pc:chgData name="Jiageng Zhong" userId="b52c9415-1ab4-4841-99d2-946641921277" providerId="ADAL" clId="{8EC3C21B-848A-4780-93CD-51C3A3128A88}" dt="2026-10-10T21:24:42.199" v="2993" actId="1035"/>
        <pc:sldMkLst>
          <pc:docMk/>
          <pc:sldMk cId="696280670" sldId="599"/>
        </pc:sldMkLst>
        <pc:spChg chg="mod">
          <ac:chgData name="Jiageng Zhong" userId="b52c9415-1ab4-4841-99d2-946641921277" providerId="ADAL" clId="{8EC3C21B-848A-4780-93CD-51C3A3128A88}" dt="2026-10-10T18:14:32.691" v="2406" actId="1036"/>
          <ac:spMkLst>
            <pc:docMk/>
            <pc:sldMk cId="696280670" sldId="599"/>
            <ac:spMk id="2" creationId="{2AE4E296-B6AE-14EC-EF19-91C21075E06A}"/>
          </ac:spMkLst>
        </pc:spChg>
        <pc:picChg chg="add mod modCrop">
          <ac:chgData name="Jiageng Zhong" userId="b52c9415-1ab4-4841-99d2-946641921277" providerId="ADAL" clId="{8EC3C21B-848A-4780-93CD-51C3A3128A88}" dt="2026-10-10T21:24:42.199" v="2993" actId="1035"/>
          <ac:picMkLst>
            <pc:docMk/>
            <pc:sldMk cId="696280670" sldId="599"/>
            <ac:picMk id="4" creationId="{0CF47AA3-477C-8CE4-6C29-71D865B26717}"/>
          </ac:picMkLst>
        </pc:picChg>
        <pc:picChg chg="add mod modCrop">
          <ac:chgData name="Jiageng Zhong" userId="b52c9415-1ab4-4841-99d2-946641921277" providerId="ADAL" clId="{8EC3C21B-848A-4780-93CD-51C3A3128A88}" dt="2026-10-10T21:24:42.199" v="2993" actId="1035"/>
          <ac:picMkLst>
            <pc:docMk/>
            <pc:sldMk cId="696280670" sldId="599"/>
            <ac:picMk id="6" creationId="{8CC641A6-3DD3-0EC7-F0E7-5509B55971F8}"/>
          </ac:picMkLst>
        </pc:picChg>
        <pc:picChg chg="add mod ord modCrop">
          <ac:chgData name="Jiageng Zhong" userId="b52c9415-1ab4-4841-99d2-946641921277" providerId="ADAL" clId="{8EC3C21B-848A-4780-93CD-51C3A3128A88}" dt="2026-10-10T21:24:42.199" v="2993" actId="1035"/>
          <ac:picMkLst>
            <pc:docMk/>
            <pc:sldMk cId="696280670" sldId="599"/>
            <ac:picMk id="10" creationId="{B34A11F4-6407-6753-D9C9-0E995D4AAEB7}"/>
          </ac:picMkLst>
        </pc:picChg>
        <pc:picChg chg="add mod ord modCrop">
          <ac:chgData name="Jiageng Zhong" userId="b52c9415-1ab4-4841-99d2-946641921277" providerId="ADAL" clId="{8EC3C21B-848A-4780-93CD-51C3A3128A88}" dt="2026-10-10T21:24:42.199" v="2993" actId="1035"/>
          <ac:picMkLst>
            <pc:docMk/>
            <pc:sldMk cId="696280670" sldId="599"/>
            <ac:picMk id="12" creationId="{8B0EDE88-4DC1-8C82-0BB0-E7D9735DC0C0}"/>
          </ac:picMkLst>
        </pc:picChg>
      </pc:sldChg>
      <pc:sldChg chg="addSp delSp modSp add mod ord modNotes">
        <pc:chgData name="Jiageng Zhong" userId="b52c9415-1ab4-4841-99d2-946641921277" providerId="ADAL" clId="{8EC3C21B-848A-4780-93CD-51C3A3128A88}" dt="2026-10-14T15:29:29.940" v="3413" actId="14100"/>
        <pc:sldMkLst>
          <pc:docMk/>
          <pc:sldMk cId="3001170701" sldId="600"/>
        </pc:sldMkLst>
        <pc:spChg chg="mod">
          <ac:chgData name="Jiageng Zhong" userId="b52c9415-1ab4-4841-99d2-946641921277" providerId="ADAL" clId="{8EC3C21B-848A-4780-93CD-51C3A3128A88}" dt="2026-10-10T18:47:10.027" v="2555"/>
          <ac:spMkLst>
            <pc:docMk/>
            <pc:sldMk cId="3001170701" sldId="600"/>
            <ac:spMk id="2" creationId="{9A7FD0A7-0DCA-CC3D-9B88-560F56952188}"/>
          </ac:spMkLst>
        </pc:spChg>
        <pc:picChg chg="add mod modCrop">
          <ac:chgData name="Jiageng Zhong" userId="b52c9415-1ab4-4841-99d2-946641921277" providerId="ADAL" clId="{8EC3C21B-848A-4780-93CD-51C3A3128A88}" dt="2026-10-10T22:38:33.706" v="3310" actId="1035"/>
          <ac:picMkLst>
            <pc:docMk/>
            <pc:sldMk cId="3001170701" sldId="600"/>
            <ac:picMk id="4" creationId="{E6DA172B-A971-D181-2E71-926D819AE0FA}"/>
          </ac:picMkLst>
        </pc:picChg>
        <pc:picChg chg="add mod modCrop">
          <ac:chgData name="Jiageng Zhong" userId="b52c9415-1ab4-4841-99d2-946641921277" providerId="ADAL" clId="{8EC3C21B-848A-4780-93CD-51C3A3128A88}" dt="2026-10-14T15:29:29.940" v="3413" actId="14100"/>
          <ac:picMkLst>
            <pc:docMk/>
            <pc:sldMk cId="3001170701" sldId="600"/>
            <ac:picMk id="5" creationId="{01BFD37B-D303-B27A-13F3-6F8606BC215C}"/>
          </ac:picMkLst>
        </pc:picChg>
        <pc:picChg chg="add mod">
          <ac:chgData name="Jiageng Zhong" userId="b52c9415-1ab4-4841-99d2-946641921277" providerId="ADAL" clId="{8EC3C21B-848A-4780-93CD-51C3A3128A88}" dt="2026-10-14T15:29:24.603" v="3412" actId="1076"/>
          <ac:picMkLst>
            <pc:docMk/>
            <pc:sldMk cId="3001170701" sldId="600"/>
            <ac:picMk id="6" creationId="{339B20EE-89F3-F588-C5E0-6432819D604B}"/>
          </ac:picMkLst>
        </pc:picChg>
        <pc:picChg chg="add mod modCrop">
          <ac:chgData name="Jiageng Zhong" userId="b52c9415-1ab4-4841-99d2-946641921277" providerId="ADAL" clId="{8EC3C21B-848A-4780-93CD-51C3A3128A88}" dt="2026-10-14T15:29:17.662" v="3409" actId="1076"/>
          <ac:picMkLst>
            <pc:docMk/>
            <pc:sldMk cId="3001170701" sldId="600"/>
            <ac:picMk id="7" creationId="{1E2B1AFE-9F54-E8BF-6D38-19129357E2CE}"/>
          </ac:picMkLst>
        </pc:picChg>
        <pc:picChg chg="add mod modCrop">
          <ac:chgData name="Jiageng Zhong" userId="b52c9415-1ab4-4841-99d2-946641921277" providerId="ADAL" clId="{8EC3C21B-848A-4780-93CD-51C3A3128A88}" dt="2026-10-14T15:29:17.662" v="3409" actId="1076"/>
          <ac:picMkLst>
            <pc:docMk/>
            <pc:sldMk cId="3001170701" sldId="600"/>
            <ac:picMk id="11" creationId="{01E3241C-4E1D-77DD-E3F5-85E397F125B6}"/>
          </ac:picMkLst>
        </pc:picChg>
      </pc:sldChg>
      <pc:sldChg chg="addSp delSp modSp add mod ord modNotes">
        <pc:chgData name="Jiageng Zhong" userId="b52c9415-1ab4-4841-99d2-946641921277" providerId="ADAL" clId="{8EC3C21B-848A-4780-93CD-51C3A3128A88}" dt="2026-10-10T21:28:48.676" v="3089" actId="1036"/>
        <pc:sldMkLst>
          <pc:docMk/>
          <pc:sldMk cId="1291263270" sldId="602"/>
        </pc:sldMkLst>
        <pc:spChg chg="mod">
          <ac:chgData name="Jiageng Zhong" userId="b52c9415-1ab4-4841-99d2-946641921277" providerId="ADAL" clId="{8EC3C21B-848A-4780-93CD-51C3A3128A88}" dt="2026-10-10T21:25:51.089" v="3009" actId="20577"/>
          <ac:spMkLst>
            <pc:docMk/>
            <pc:sldMk cId="1291263270" sldId="602"/>
            <ac:spMk id="2" creationId="{2CB07816-984E-7634-FEDE-5BDF9C5A5C4B}"/>
          </ac:spMkLst>
        </pc:spChg>
        <pc:spChg chg="add mod">
          <ac:chgData name="Jiageng Zhong" userId="b52c9415-1ab4-4841-99d2-946641921277" providerId="ADAL" clId="{8EC3C21B-848A-4780-93CD-51C3A3128A88}" dt="2026-10-10T21:28:48.676" v="3089" actId="1036"/>
          <ac:spMkLst>
            <pc:docMk/>
            <pc:sldMk cId="1291263270" sldId="602"/>
            <ac:spMk id="4" creationId="{73943046-33C1-1F87-F70D-800BFA321172}"/>
          </ac:spMkLst>
        </pc:spChg>
        <pc:spChg chg="add mod">
          <ac:chgData name="Jiageng Zhong" userId="b52c9415-1ab4-4841-99d2-946641921277" providerId="ADAL" clId="{8EC3C21B-848A-4780-93CD-51C3A3128A88}" dt="2026-10-10T21:28:48.676" v="3089" actId="1036"/>
          <ac:spMkLst>
            <pc:docMk/>
            <pc:sldMk cId="1291263270" sldId="602"/>
            <ac:spMk id="6" creationId="{B7395240-2761-DEDC-A9FA-614DED22AA8A}"/>
          </ac:spMkLst>
        </pc:spChg>
        <pc:spChg chg="add mod">
          <ac:chgData name="Jiageng Zhong" userId="b52c9415-1ab4-4841-99d2-946641921277" providerId="ADAL" clId="{8EC3C21B-848A-4780-93CD-51C3A3128A88}" dt="2026-10-10T21:28:48.676" v="3089" actId="1036"/>
          <ac:spMkLst>
            <pc:docMk/>
            <pc:sldMk cId="1291263270" sldId="602"/>
            <ac:spMk id="7" creationId="{024D38AC-CA56-8DA0-9077-02C5A7FD2DD2}"/>
          </ac:spMkLst>
        </pc:spChg>
        <pc:spChg chg="add mod">
          <ac:chgData name="Jiageng Zhong" userId="b52c9415-1ab4-4841-99d2-946641921277" providerId="ADAL" clId="{8EC3C21B-848A-4780-93CD-51C3A3128A88}" dt="2026-10-10T21:28:48.676" v="3089" actId="1036"/>
          <ac:spMkLst>
            <pc:docMk/>
            <pc:sldMk cId="1291263270" sldId="602"/>
            <ac:spMk id="8" creationId="{93EF2CFB-6258-A7D3-7992-E73124338213}"/>
          </ac:spMkLst>
        </pc:spChg>
      </pc:sldChg>
      <pc:sldChg chg="addSp delSp modSp add mod ord">
        <pc:chgData name="Jiageng Zhong" userId="b52c9415-1ab4-4841-99d2-946641921277" providerId="ADAL" clId="{8EC3C21B-848A-4780-93CD-51C3A3128A88}" dt="2026-10-10T22:40:30.665" v="3323" actId="21"/>
        <pc:sldMkLst>
          <pc:docMk/>
          <pc:sldMk cId="625189414" sldId="603"/>
        </pc:sldMkLst>
        <pc:spChg chg="mod">
          <ac:chgData name="Jiageng Zhong" userId="b52c9415-1ab4-4841-99d2-946641921277" providerId="ADAL" clId="{8EC3C21B-848A-4780-93CD-51C3A3128A88}" dt="2026-10-10T22:25:56.905" v="3100" actId="20577"/>
          <ac:spMkLst>
            <pc:docMk/>
            <pc:sldMk cId="625189414" sldId="603"/>
            <ac:spMk id="2" creationId="{EE95ECD4-39D4-EEAD-D170-F4ACBC54F107}"/>
          </ac:spMkLst>
        </pc:spChg>
        <pc:spChg chg="add mod">
          <ac:chgData name="Jiageng Zhong" userId="b52c9415-1ab4-4841-99d2-946641921277" providerId="ADAL" clId="{8EC3C21B-848A-4780-93CD-51C3A3128A88}" dt="2026-10-10T22:40:30.665" v="3323" actId="21"/>
          <ac:spMkLst>
            <pc:docMk/>
            <pc:sldMk cId="625189414" sldId="603"/>
            <ac:spMk id="3" creationId="{FFAE3925-4C09-474E-839C-CDEE1B08EBA4}"/>
          </ac:spMkLst>
        </pc:spChg>
      </pc:sldChg>
      <pc:sldChg chg="addSp delSp modSp add mod">
        <pc:chgData name="Jiageng Zhong" userId="b52c9415-1ab4-4841-99d2-946641921277" providerId="ADAL" clId="{8EC3C21B-848A-4780-93CD-51C3A3128A88}" dt="2026-10-13T21:18:29.027" v="3374" actId="1076"/>
        <pc:sldMkLst>
          <pc:docMk/>
          <pc:sldMk cId="2062139257" sldId="604"/>
        </pc:sldMkLst>
        <pc:spChg chg="mod">
          <ac:chgData name="Jiageng Zhong" userId="b52c9415-1ab4-4841-99d2-946641921277" providerId="ADAL" clId="{8EC3C21B-848A-4780-93CD-51C3A3128A88}" dt="2026-10-13T21:16:32.172" v="3335" actId="20577"/>
          <ac:spMkLst>
            <pc:docMk/>
            <pc:sldMk cId="2062139257" sldId="604"/>
            <ac:spMk id="2" creationId="{2D6786D3-079E-A473-3C84-A4811AAB0307}"/>
          </ac:spMkLst>
        </pc:spChg>
        <pc:spChg chg="del">
          <ac:chgData name="Jiageng Zhong" userId="b52c9415-1ab4-4841-99d2-946641921277" providerId="ADAL" clId="{8EC3C21B-848A-4780-93CD-51C3A3128A88}" dt="2026-10-13T21:16:05.387" v="3326" actId="478"/>
          <ac:spMkLst>
            <pc:docMk/>
            <pc:sldMk cId="2062139257" sldId="604"/>
            <ac:spMk id="10" creationId="{C942EC5F-1C66-F523-689D-DC89ED9B9684}"/>
          </ac:spMkLst>
        </pc:spChg>
        <pc:picChg chg="del">
          <ac:chgData name="Jiageng Zhong" userId="b52c9415-1ab4-4841-99d2-946641921277" providerId="ADAL" clId="{8EC3C21B-848A-4780-93CD-51C3A3128A88}" dt="2026-10-13T21:16:01.894" v="3325" actId="478"/>
          <ac:picMkLst>
            <pc:docMk/>
            <pc:sldMk cId="2062139257" sldId="604"/>
            <ac:picMk id="4" creationId="{6C7670C5-D71E-4AA7-D9E2-0523842219BE}"/>
          </ac:picMkLst>
        </pc:picChg>
        <pc:picChg chg="add mod ord">
          <ac:chgData name="Jiageng Zhong" userId="b52c9415-1ab4-4841-99d2-946641921277" providerId="ADAL" clId="{8EC3C21B-848A-4780-93CD-51C3A3128A88}" dt="2026-10-13T21:18:29.027" v="3374" actId="1076"/>
          <ac:picMkLst>
            <pc:docMk/>
            <pc:sldMk cId="2062139257" sldId="604"/>
            <ac:picMk id="6" creationId="{D1765543-A2C7-8975-301E-7F5C60D6819F}"/>
          </ac:picMkLst>
        </pc:picChg>
        <pc:picChg chg="add mod">
          <ac:chgData name="Jiageng Zhong" userId="b52c9415-1ab4-4841-99d2-946641921277" providerId="ADAL" clId="{8EC3C21B-848A-4780-93CD-51C3A3128A88}" dt="2026-10-13T21:18:08.885" v="3369" actId="1035"/>
          <ac:picMkLst>
            <pc:docMk/>
            <pc:sldMk cId="2062139257" sldId="604"/>
            <ac:picMk id="8" creationId="{C96EB801-4AA1-3929-7A1D-3BA7A10CADE0}"/>
          </ac:picMkLst>
        </pc:picChg>
        <pc:picChg chg="add mod">
          <ac:chgData name="Jiageng Zhong" userId="b52c9415-1ab4-4841-99d2-946641921277" providerId="ADAL" clId="{8EC3C21B-848A-4780-93CD-51C3A3128A88}" dt="2026-10-13T21:18:08.885" v="3369" actId="1035"/>
          <ac:picMkLst>
            <pc:docMk/>
            <pc:sldMk cId="2062139257" sldId="604"/>
            <ac:picMk id="11" creationId="{BDAF9806-1053-5AA4-6F45-D334E59AB4D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FC1E3-60BF-42DB-BABF-97110DE7E195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66713-8B59-4B43-8640-53155432D15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66713-8B59-4B43-8640-53155432D15D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EE528-C9C7-115B-4614-007EEF0A4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819BAA-CB5E-F4E3-359B-D8C1DBBF7D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C11DBB-0AB4-4274-DF51-337FB2BD4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notebooks/07_georeferencing_geometry.ipynb, section ECEF geometry and H1/H2 mapping; research/geolocation/bin_georeferencing_audit/run_audit.py::bin_to_xyz. The displayed H2 bin-center interpolation is research-supported. The closure shown is internal consistency, not independent absolute accuracy.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6F882-B7C6-85B8-21E7-7C49F5510B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66713-8B59-4B43-8640-53155432D15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65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notebooks/07_georeferencing_geometry.ipynb, section ECEF geometry and H1/H2 mapping; research/geolocation/bin_georeferencing_audit/run_audit.py::bin_to_xyz. The displayed H2 bin-center interpolation is research-supported. The closure shown is internal consistency, not independent absolute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66713-8B59-4B43-8640-53155432D15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6824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Sources: notebooks/02_refh_classification.ipynb (H5-only prediction flow); casals_l1b/classification.py (DEFAULT_CONFIG, build_ground_grid, sample_ground_grid_idw, classify_points_baseline, compute_group_robust_z, compute_scanline_features); outputs/classification/full_20261009/casals_l1b_20241118T171757_001_02/casals_l1b_20241118T171757_001_02_run_metadata.json (actual run settings and counts for the H5 shown on the preceding slide).</a:t>
            </a:r>
          </a:p>
          <a:p>
            <a:r>
              <a:rPr lang="en-US"/>
              <a:t>This specific H5 run uses rule_combined_v1, with no reference supplied; metadata records evaluation.status = not_run. Counts: class 1 = 893,771; class 2 = 2,346,855; class 7 = 363,854 (3,604,480 pulses total).</a:t>
            </a:r>
          </a:p>
          <a:p>
            <a:r>
              <a:rPr lang="en-US"/>
              <a:t>Ground support candidates require finite XYZ and refh_snr &gt;= 5. A 15 m grid stores the 2nd-percentile elevation per cell. Missing cell estimates use inverse distance weighting from up to 12 cells, power 2, within 30 m. HAG = refh elevation minus sampled local ground. Class 2 is assigned when |HAG| &lt;= 1.5 m.</a:t>
            </a:r>
          </a:p>
          <a:p>
            <a:r>
              <a:rPr lang="en-US"/>
              <a:t>Class 7 baseline rules: HAG below the ground band (&lt; -1.5 m), HAG &gt; 30 m, or 5 m neighborhood density &lt; 0.02 points/m3 among points remaining after height rules. The local density is the number of points in a 5 m 3D-radius sphere divided by that sphere volume. Non-finite HAG with a valid DTM is also class 7. The enabled scanline rule flags remaining class-1 points with per-track robust HAG z 35–55, HAG 8–15 m, and 5 m density &gt;=2 points/m3; tracks need &gt;=30 points. Robust z uses absolute deviation from track median divided by scaled median absolute deviation. Sweep z is disabled.</a:t>
            </a:r>
          </a:p>
          <a:p>
            <a:r>
              <a:rPr lang="en-US"/>
              <a:t>Class 1 includes no-usable-DTM points and valid-HAG points left after the ground/noise rules. It is a residual LAS class, not a land-cover label. Near-ground guard, signal/density noise, below-ground refinement, and DTM-support confidence are disabled in this run. These deterministic rules are not independent ground truth or an absolute-accuracy certification.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66713-8B59-4B43-8640-53155432D15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176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14745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rgbClr val="4A66AC"/>
              </a:gs>
              <a:gs pos="100000">
                <a:schemeClr val="accent1">
                  <a:lumMod val="85000"/>
                  <a:lumOff val="1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01950"/>
            <a:ext cx="10363200" cy="1425614"/>
          </a:xfrm>
        </p:spPr>
        <p:txBody>
          <a:bodyPr anchor="ctr">
            <a:normAutofit/>
          </a:bodyPr>
          <a:lstStyle>
            <a:lvl1pPr algn="ctr">
              <a:defRPr sz="4800" b="1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246120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9" name="Footer Placeholder 4"/>
          <p:cNvSpPr txBox="1"/>
          <p:nvPr/>
        </p:nvSpPr>
        <p:spPr>
          <a:xfrm>
            <a:off x="177875" y="6369561"/>
            <a:ext cx="2828562" cy="405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24" name="Footer Placeholder 4"/>
          <p:cNvSpPr txBox="1"/>
          <p:nvPr/>
        </p:nvSpPr>
        <p:spPr>
          <a:xfrm>
            <a:off x="3976255" y="6369561"/>
            <a:ext cx="4096974" cy="405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ndara" panose="020E0502030303020204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63538" y="6452347"/>
            <a:ext cx="6026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ndara" panose="020E0502030303020204"/>
                <a:ea typeface="+mn-ea"/>
                <a:cs typeface="+mn-cs"/>
              </a:rPr>
              <a:t>Geospatial Sensing and Modeling Lab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70"/>
          <a:stretch>
            <a:fillRect/>
          </a:stretch>
        </p:blipFill>
        <p:spPr>
          <a:xfrm>
            <a:off x="104501" y="6369561"/>
            <a:ext cx="2159726" cy="41910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970" b="-13760"/>
          <a:stretch>
            <a:fillRect/>
          </a:stretch>
        </p:blipFill>
        <p:spPr>
          <a:xfrm>
            <a:off x="1" y="6646009"/>
            <a:ext cx="998290" cy="220379"/>
          </a:xfrm>
          <a:prstGeom prst="rect">
            <a:avLst/>
          </a:prstGeom>
        </p:spPr>
      </p:pic>
      <p:sp>
        <p:nvSpPr>
          <p:cNvPr id="12" name="Footer Placeholder 4"/>
          <p:cNvSpPr txBox="1"/>
          <p:nvPr/>
        </p:nvSpPr>
        <p:spPr>
          <a:xfrm>
            <a:off x="4038600" y="6618914"/>
            <a:ext cx="4114800" cy="23678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200" b="1">
                <a:solidFill>
                  <a:schemeClr val="bg1"/>
                </a:solidFill>
                <a:latin typeface="Century Gothic" panose="020B0502020202020204"/>
                <a:ea typeface="微软雅黑" panose="020B0503020204020204" charset="-122"/>
              </a:rPr>
              <a:t>Geospatial Sensing and Modeling Lab</a:t>
            </a:r>
          </a:p>
        </p:txBody>
      </p:sp>
      <p:sp>
        <p:nvSpPr>
          <p:cNvPr id="13" name="Slide Number Placeholder 5"/>
          <p:cNvSpPr txBox="1"/>
          <p:nvPr/>
        </p:nvSpPr>
        <p:spPr>
          <a:xfrm>
            <a:off x="9382388" y="6618914"/>
            <a:ext cx="2743200" cy="23678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1490F93A-7956-401B-89B5-2D52B2116DAD}" type="slidenum">
              <a:rPr lang="en-US" sz="1200" smtClean="0">
                <a:solidFill>
                  <a:schemeClr val="bg1"/>
                </a:solidFill>
              </a:rPr>
              <a:t>‹#›</a:t>
            </a:fld>
            <a:endParaRPr lang="en-US" sz="1200">
              <a:solidFill>
                <a:schemeClr val="bg1"/>
              </a:solidFill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99432" y="1200839"/>
            <a:ext cx="11193137" cy="5125433"/>
          </a:xfrm>
        </p:spPr>
        <p:txBody>
          <a:bodyPr/>
          <a:lstStyle>
            <a:lvl1pPr marL="274320" indent="-36576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Font typeface="+mj-lt"/>
              <a:buAutoNum type="arabicPeriod"/>
              <a:defRPr baseline="0">
                <a:solidFill>
                  <a:schemeClr val="tx1"/>
                </a:solidFill>
              </a:defRPr>
            </a:lvl1pPr>
            <a:lvl2pPr marL="576580" indent="-27432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baseline="0">
                <a:solidFill>
                  <a:schemeClr val="tx1"/>
                </a:solidFill>
              </a:defRPr>
            </a:lvl2pPr>
            <a:lvl3pPr marL="1143000" indent="-2286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  <a:defRPr/>
            </a:lvl3pPr>
            <a:lvl4pPr marL="1600200" indent="-2286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  <a:defRPr/>
            </a:lvl4pPr>
            <a:lvl5pPr marL="2057400" indent="-228600" algn="just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Courier New" panose="02070309020205020404" pitchFamily="49" charset="0"/>
              <a:buChar char="o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itle 6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862511"/>
          </a:xfrm>
        </p:spPr>
        <p:txBody>
          <a:bodyPr anchor="ctr">
            <a:normAutofit/>
          </a:bodyPr>
          <a:lstStyle>
            <a:lvl1pPr>
              <a:defRPr sz="4000" b="1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320"/>
          <p:cNvSpPr/>
          <p:nvPr/>
        </p:nvSpPr>
        <p:spPr>
          <a:xfrm>
            <a:off x="-1" y="6585045"/>
            <a:ext cx="12192000" cy="279043"/>
          </a:xfrm>
          <a:prstGeom prst="rect">
            <a:avLst/>
          </a:prstGeom>
          <a:solidFill>
            <a:srgbClr val="4A66A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2" name="矩形 320"/>
          <p:cNvSpPr/>
          <p:nvPr/>
        </p:nvSpPr>
        <p:spPr>
          <a:xfrm>
            <a:off x="-1" y="0"/>
            <a:ext cx="12192000" cy="146304"/>
          </a:xfrm>
          <a:prstGeom prst="rect">
            <a:avLst/>
          </a:prstGeom>
          <a:solidFill>
            <a:srgbClr val="4A66AC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Century Gothic" panose="020B0502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entury Gothic" panose="020B0502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435451"/>
            <a:ext cx="10363200" cy="1425614"/>
          </a:xfrm>
        </p:spPr>
        <p:txBody>
          <a:bodyPr>
            <a:normAutofit/>
          </a:bodyPr>
          <a:lstStyle/>
          <a:p>
            <a:r>
              <a:rPr lang="en-US" altLang="zh-CN" sz="4000"/>
              <a:t>CASALS</a:t>
            </a:r>
            <a:endParaRPr lang="en-US" sz="4000"/>
          </a:p>
        </p:txBody>
      </p:sp>
      <p:sp>
        <p:nvSpPr>
          <p:cNvPr id="5" name="TextBox 4"/>
          <p:cNvSpPr txBox="1"/>
          <p:nvPr/>
        </p:nvSpPr>
        <p:spPr>
          <a:xfrm>
            <a:off x="9860485" y="5457807"/>
            <a:ext cx="1793512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Jiageng Zhong</a:t>
            </a:r>
          </a:p>
          <a:p>
            <a:r>
              <a:rPr lang="en-US" sz="1800" b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DE3BD-E474-17C2-3890-A404B17CC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95ECD4-39D4-EEAD-D170-F4ACBC54F107}"/>
              </a:ext>
            </a:extLst>
          </p:cNvPr>
          <p:cNvSpPr txBox="1"/>
          <p:nvPr/>
        </p:nvSpPr>
        <p:spPr>
          <a:xfrm>
            <a:off x="227066" y="141706"/>
            <a:ext cx="17972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CASALS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AE3925-4C09-474E-839C-CDEE1B08EBA4}"/>
              </a:ext>
            </a:extLst>
          </p:cNvPr>
          <p:cNvSpPr txBox="1"/>
          <p:nvPr/>
        </p:nvSpPr>
        <p:spPr>
          <a:xfrm>
            <a:off x="554637" y="671691"/>
            <a:ext cx="10726961" cy="5500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Current Data Products</a:t>
            </a:r>
          </a:p>
          <a:p>
            <a:pPr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L0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: Raw LiDAR data in TDMS format.</a:t>
            </a:r>
          </a:p>
          <a:p>
            <a:pPr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L1A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: Structured HDF5 data.</a:t>
            </a:r>
          </a:p>
          <a:p>
            <a:pPr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L1B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: Geolocated reference height and full transmit/receive waveforms.</a:t>
            </a:r>
          </a:p>
          <a:p>
            <a:pPr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Future Level-2 Products</a:t>
            </a:r>
          </a:p>
          <a:p>
            <a:pPr>
              <a:lnSpc>
                <a:spcPct val="130000"/>
              </a:lnSpc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Potential products </a:t>
            </a:r>
            <a:r>
              <a:rPr lang="en-US" altLang="zh-CN" sz="1600" b="1">
                <a:latin typeface="Arial" panose="020B0604020202020204" pitchFamily="34" charset="0"/>
                <a:cs typeface="Arial" panose="020B0604020202020204" pitchFamily="34" charset="0"/>
              </a:rPr>
              <a:t>may</a:t>
            </a:r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include:</a:t>
            </a:r>
          </a:p>
          <a:p>
            <a:pPr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3D multi-return point clouds derived from waveform decomposition and geolocation.</a:t>
            </a:r>
          </a:p>
          <a:p>
            <a:pPr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Point classification: Ground, vegetation, buildings, water, and noise.</a:t>
            </a:r>
          </a:p>
          <a:p>
            <a:pPr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DSM / DTM: Surface and terrain elevation models.</a:t>
            </a:r>
          </a:p>
          <a:p>
            <a:pPr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Vegetation metrics: Canopy height and vertical structure.</a:t>
            </a:r>
          </a:p>
          <a:p>
            <a:pPr lvl="0">
              <a:lnSpc>
                <a:spcPct val="130000"/>
              </a:lnSpc>
            </a:pP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Applications</a:t>
            </a:r>
          </a:p>
          <a:p>
            <a:pPr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Vegetation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: Full waveforms can reveal multiple canopy layers and potentially ground beneath vegetation.</a:t>
            </a:r>
          </a:p>
          <a:p>
            <a:pPr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Water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: Near-infrared light is strongly absorbed by water, limiting bathymetric applications. </a:t>
            </a:r>
          </a:p>
          <a:p>
            <a:pPr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Buildings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: Measurements generally provide less additional benefit than for vegetation.</a:t>
            </a:r>
          </a:p>
          <a:p>
            <a:pPr lvl="0" indent="-285750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en-US" sz="1600" b="1">
                <a:latin typeface="Arial" panose="020B0604020202020204" pitchFamily="34" charset="0"/>
                <a:cs typeface="Arial" panose="020B0604020202020204" pitchFamily="34" charset="0"/>
              </a:rPr>
              <a:t>Terrain</a:t>
            </a:r>
            <a:r>
              <a:rPr lang="en-US" sz="1600">
                <a:latin typeface="Arial" panose="020B0604020202020204" pitchFamily="34" charset="0"/>
                <a:cs typeface="Arial" panose="020B0604020202020204" pitchFamily="34" charset="0"/>
              </a:rPr>
              <a:t>: Ground elevation and topographic mapping, especially where vegetation obscures the surface.</a:t>
            </a:r>
          </a:p>
        </p:txBody>
      </p:sp>
    </p:spTree>
    <p:extLst>
      <p:ext uri="{BB962C8B-B14F-4D97-AF65-F5344CB8AC3E}">
        <p14:creationId xmlns:p14="http://schemas.microsoft.com/office/powerpoint/2010/main" val="625189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17064-0C79-0345-1725-F8CD64CB3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7FD0A7-0DCA-CC3D-9B88-560F56952188}"/>
              </a:ext>
            </a:extLst>
          </p:cNvPr>
          <p:cNvSpPr txBox="1"/>
          <p:nvPr/>
        </p:nvSpPr>
        <p:spPr>
          <a:xfrm>
            <a:off x="227066" y="141706"/>
            <a:ext cx="5461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RX bin mapping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 descr="Notebook figure showing a selected RX bin mapped between RWSTART and RWSTOP in ECEF with H1/H2 internal closure.">
            <a:extLst>
              <a:ext uri="{FF2B5EF4-FFF2-40B4-BE49-F238E27FC236}">
                <a16:creationId xmlns:a16="http://schemas.microsoft.com/office/drawing/2014/main" id="{E6DA172B-A971-D181-2E71-926D819AE0F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382" b="4091"/>
          <a:stretch>
            <a:fillRect/>
          </a:stretch>
        </p:blipFill>
        <p:spPr>
          <a:xfrm>
            <a:off x="71953" y="4337387"/>
            <a:ext cx="12063085" cy="2168346"/>
          </a:xfrm>
          <a:prstGeom prst="rect">
            <a:avLst/>
          </a:prstGeom>
        </p:spPr>
      </p:pic>
      <p:pic>
        <p:nvPicPr>
          <p:cNvPr id="5" name="Picture 4" descr="Notebook figure showing a selected RX bin mapped between RWSTART and RWSTOP in ECEF with H1/H2 internal closure.">
            <a:extLst>
              <a:ext uri="{FF2B5EF4-FFF2-40B4-BE49-F238E27FC236}">
                <a16:creationId xmlns:a16="http://schemas.microsoft.com/office/drawing/2014/main" id="{01BFD37B-D303-B27A-13F3-6F8606BC215C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" t="18966" r="63307" b="43427"/>
          <a:stretch>
            <a:fillRect/>
          </a:stretch>
        </p:blipFill>
        <p:spPr>
          <a:xfrm>
            <a:off x="4295775" y="1295400"/>
            <a:ext cx="4856153" cy="2821544"/>
          </a:xfrm>
          <a:prstGeom prst="rect">
            <a:avLst/>
          </a:prstGeom>
        </p:spPr>
      </p:pic>
      <p:pic>
        <p:nvPicPr>
          <p:cNvPr id="7" name="Picture 6" descr="Notebook figure showing a selected RX bin mapped between RWSTART and RWSTOP in ECEF with H1/H2 internal closure.">
            <a:extLst>
              <a:ext uri="{FF2B5EF4-FFF2-40B4-BE49-F238E27FC236}">
                <a16:creationId xmlns:a16="http://schemas.microsoft.com/office/drawing/2014/main" id="{1E2B1AFE-9F54-E8BF-6D38-19129357E2C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677" t="10827" r="24447" b="38383"/>
          <a:stretch>
            <a:fillRect/>
          </a:stretch>
        </p:blipFill>
        <p:spPr>
          <a:xfrm>
            <a:off x="9268263" y="372538"/>
            <a:ext cx="2497362" cy="3750539"/>
          </a:xfrm>
          <a:prstGeom prst="rect">
            <a:avLst/>
          </a:prstGeom>
        </p:spPr>
      </p:pic>
      <p:pic>
        <p:nvPicPr>
          <p:cNvPr id="11" name="Picture 10" descr="Notebook figure showing a selected RX bin mapped between RWSTART and RWSTOP in ECEF with H1/H2 internal closure.">
            <a:extLst>
              <a:ext uri="{FF2B5EF4-FFF2-40B4-BE49-F238E27FC236}">
                <a16:creationId xmlns:a16="http://schemas.microsoft.com/office/drawing/2014/main" id="{01E3241C-4E1D-77DD-E3F5-85E397F125B6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00" t="12096" r="12815" b="78274"/>
          <a:stretch>
            <a:fillRect/>
          </a:stretch>
        </p:blipFill>
        <p:spPr>
          <a:xfrm>
            <a:off x="9890151" y="912839"/>
            <a:ext cx="1168374" cy="56808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39B20EE-89F3-F588-C5E0-6432819D6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582" y="762000"/>
            <a:ext cx="3360071" cy="3324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170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E97FA-CDFB-9F85-8BCC-B3A68D7A1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B34A11F4-6407-6753-D9C9-0E995D4AAE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550" b="13422"/>
          <a:stretch>
            <a:fillRect/>
          </a:stretch>
        </p:blipFill>
        <p:spPr>
          <a:xfrm>
            <a:off x="2176572" y="3792516"/>
            <a:ext cx="10015428" cy="231441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0EDE88-4DC1-8C82-0BB0-E7D9735DC0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7" t="12379" r="74051" b="19935"/>
          <a:stretch>
            <a:fillRect/>
          </a:stretch>
        </p:blipFill>
        <p:spPr>
          <a:xfrm>
            <a:off x="-30916" y="3855474"/>
            <a:ext cx="2207488" cy="20739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AE4E296-B6AE-14EC-EF19-91C21075E06A}"/>
              </a:ext>
            </a:extLst>
          </p:cNvPr>
          <p:cNvSpPr txBox="1"/>
          <p:nvPr/>
        </p:nvSpPr>
        <p:spPr>
          <a:xfrm>
            <a:off x="227066" y="150700"/>
            <a:ext cx="1505540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Sweep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F47AA3-477C-8CE4-6C29-71D865B2671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" t="16548" r="73301" b="12672"/>
          <a:stretch>
            <a:fillRect/>
          </a:stretch>
        </p:blipFill>
        <p:spPr>
          <a:xfrm>
            <a:off x="0" y="1330099"/>
            <a:ext cx="2256734" cy="21604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C641A6-3DD3-0EC7-F0E7-5509B55971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4326" t="21735" r="7449" b="12672"/>
          <a:stretch>
            <a:fillRect/>
          </a:stretch>
        </p:blipFill>
        <p:spPr>
          <a:xfrm>
            <a:off x="2256734" y="1225389"/>
            <a:ext cx="6310359" cy="256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6280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13E27-E1B8-1FD7-238F-060105E89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B07816-984E-7634-FEDE-5BDF9C5A5C4B}"/>
              </a:ext>
            </a:extLst>
          </p:cNvPr>
          <p:cNvSpPr txBox="1"/>
          <p:nvPr/>
        </p:nvSpPr>
        <p:spPr>
          <a:xfrm>
            <a:off x="227066" y="141705"/>
            <a:ext cx="2531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</a:p>
        </p:txBody>
      </p:sp>
      <p:sp>
        <p:nvSpPr>
          <p:cNvPr id="4" name="Classification text 658cf230">
            <a:extLst>
              <a:ext uri="{FF2B5EF4-FFF2-40B4-BE49-F238E27FC236}">
                <a16:creationId xmlns:a16="http://schemas.microsoft.com/office/drawing/2014/main" id="{73943046-33C1-1F87-F70D-800BFA321172}"/>
              </a:ext>
            </a:extLst>
          </p:cNvPr>
          <p:cNvSpPr txBox="1"/>
          <p:nvPr/>
        </p:nvSpPr>
        <p:spPr>
          <a:xfrm>
            <a:off x="720361" y="1010418"/>
            <a:ext cx="32385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sz="2000" b="1">
                <a:latin typeface="Arial" panose="020B0604020202020204" pitchFamily="34" charset="0"/>
              </a:rPr>
              <a:t>GROUND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lassification text 5f0808c3">
                <a:extLst>
                  <a:ext uri="{FF2B5EF4-FFF2-40B4-BE49-F238E27FC236}">
                    <a16:creationId xmlns:a16="http://schemas.microsoft.com/office/drawing/2014/main" id="{B7395240-2761-DEDC-A9FA-614DED22AA8A}"/>
                  </a:ext>
                </a:extLst>
              </p:cNvPr>
              <p:cNvSpPr txBox="1"/>
              <p:nvPr/>
            </p:nvSpPr>
            <p:spPr>
              <a:xfrm>
                <a:off x="720360" y="1442218"/>
                <a:ext cx="7470265" cy="2032000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t">
                <a:noAutofit/>
              </a:bodyPr>
              <a:lstStyle/>
              <a:p>
                <a:pPr marL="285750" indent="-285750"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z="1550">
                    <a:solidFill>
                      <a:srgbClr val="000000"/>
                    </a:solidFill>
                    <a:latin typeface="Arial" panose="020B0604020202020204" pitchFamily="34" charset="0"/>
                  </a:rPr>
                  <a:t>Local surface: 15 m grid from finite XYZ points with </a:t>
                </a:r>
                <a14:m>
                  <m:oMath xmlns:m="http://schemas.openxmlformats.org/officeDocument/2006/math">
                    <m:r>
                      <a:rPr lang="en-US" sz="155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𝑟𝑒𝑓</m:t>
                    </m:r>
                    <m:sSub>
                      <m:sSubPr>
                        <m:ctrlPr>
                          <a:rPr lang="en-US" sz="155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55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55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𝑠𝑛𝑟</m:t>
                        </m:r>
                      </m:sub>
                    </m:sSub>
                  </m:oMath>
                </a14:m>
                <a:r>
                  <a:rPr lang="en-US" sz="1550">
                    <a:solidFill>
                      <a:srgbClr val="000000"/>
                    </a:solidFill>
                    <a:latin typeface="Arial" panose="020B0604020202020204" pitchFamily="34" charset="0"/>
                  </a:rPr>
                  <a:t> ≥ 5</a:t>
                </a:r>
              </a:p>
              <a:p>
                <a:pPr marL="285750" indent="-285750"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z="1550">
                    <a:solidFill>
                      <a:srgbClr val="000000"/>
                    </a:solidFill>
                    <a:latin typeface="Arial" panose="020B0604020202020204" pitchFamily="34" charset="0"/>
                  </a:rPr>
                  <a:t>each cell uses the 2nd-percentile elevation.</a:t>
                </a:r>
              </a:p>
              <a:p>
                <a:pPr marL="285750" indent="-285750">
                  <a:spcAft>
                    <a:spcPts val="500"/>
                  </a:spcAft>
                  <a:buFont typeface="Arial" panose="020B0604020202020204" pitchFamily="34" charset="0"/>
                  <a:buChar char="•"/>
                </a:pPr>
                <a:r>
                  <a:rPr lang="en-US" sz="1550">
                    <a:solidFill>
                      <a:srgbClr val="000000"/>
                    </a:solidFill>
                    <a:latin typeface="Arial" panose="020B0604020202020204" pitchFamily="34" charset="0"/>
                  </a:rPr>
                  <a:t>Assign ground when height ≤ 1 m.</a:t>
                </a:r>
              </a:p>
            </p:txBody>
          </p:sp>
        </mc:Choice>
        <mc:Fallback>
          <p:sp>
            <p:nvSpPr>
              <p:cNvPr id="6" name="Classification text 5f0808c3">
                <a:extLst>
                  <a:ext uri="{FF2B5EF4-FFF2-40B4-BE49-F238E27FC236}">
                    <a16:creationId xmlns:a16="http://schemas.microsoft.com/office/drawing/2014/main" id="{B7395240-2761-DEDC-A9FA-614DED22AA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360" y="1442218"/>
                <a:ext cx="7470265" cy="2032000"/>
              </a:xfrm>
              <a:prstGeom prst="rect">
                <a:avLst/>
              </a:prstGeom>
              <a:blipFill>
                <a:blip r:embed="rId3"/>
                <a:stretch>
                  <a:fillRect l="-1468" t="-30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lassification text 0867bf04">
            <a:extLst>
              <a:ext uri="{FF2B5EF4-FFF2-40B4-BE49-F238E27FC236}">
                <a16:creationId xmlns:a16="http://schemas.microsoft.com/office/drawing/2014/main" id="{024D38AC-CA56-8DA0-9077-02C5A7FD2DD2}"/>
              </a:ext>
            </a:extLst>
          </p:cNvPr>
          <p:cNvSpPr txBox="1"/>
          <p:nvPr/>
        </p:nvSpPr>
        <p:spPr>
          <a:xfrm>
            <a:off x="720360" y="2458218"/>
            <a:ext cx="4572000" cy="369332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>
              <a:spcAft>
                <a:spcPts val="500"/>
              </a:spcAft>
            </a:pPr>
            <a:r>
              <a:rPr lang="en-US" sz="2000" b="1">
                <a:latin typeface="Arial" panose="020B0604020202020204" pitchFamily="34" charset="0"/>
              </a:rPr>
              <a:t>NOISE</a:t>
            </a:r>
          </a:p>
        </p:txBody>
      </p:sp>
      <p:sp>
        <p:nvSpPr>
          <p:cNvPr id="8" name="Classification text 8dafb5e3">
            <a:extLst>
              <a:ext uri="{FF2B5EF4-FFF2-40B4-BE49-F238E27FC236}">
                <a16:creationId xmlns:a16="http://schemas.microsoft.com/office/drawing/2014/main" id="{93EF2CFB-6258-A7D3-7992-E73124338213}"/>
              </a:ext>
            </a:extLst>
          </p:cNvPr>
          <p:cNvSpPr txBox="1"/>
          <p:nvPr/>
        </p:nvSpPr>
        <p:spPr>
          <a:xfrm>
            <a:off x="720360" y="2854124"/>
            <a:ext cx="10108618" cy="1655205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marL="285750" indent="-285750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US" sz="1550">
                <a:solidFill>
                  <a:srgbClr val="000000"/>
                </a:solidFill>
                <a:latin typeface="Arial" panose="020B0604020202020204" pitchFamily="34" charset="0"/>
              </a:rPr>
              <a:t>Height &lt; −1 m or &gt; 30 m; or 5 m local point density &lt; 0.02 pts/m³ among remaining points.</a:t>
            </a:r>
          </a:p>
        </p:txBody>
      </p:sp>
    </p:spTree>
    <p:extLst>
      <p:ext uri="{BB962C8B-B14F-4D97-AF65-F5344CB8AC3E}">
        <p14:creationId xmlns:p14="http://schemas.microsoft.com/office/powerpoint/2010/main" val="1291263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13E27-E1B8-1FD7-238F-060105E89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1D13FE-FD17-6BC3-61CC-235E6AFC3C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57" t="36218" r="10074" b="42889"/>
          <a:stretch>
            <a:fillRect/>
          </a:stretch>
        </p:blipFill>
        <p:spPr>
          <a:xfrm>
            <a:off x="486985" y="613461"/>
            <a:ext cx="11218029" cy="192024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A3FFA2-D28A-4048-B3F1-2ACE999064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57" t="36218" r="10074" b="42889"/>
          <a:stretch>
            <a:fillRect/>
          </a:stretch>
        </p:blipFill>
        <p:spPr>
          <a:xfrm>
            <a:off x="486984" y="4548421"/>
            <a:ext cx="11218029" cy="192024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52CB14-2512-1F72-32B6-0DC7124982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58" t="36219" r="10074" b="42889"/>
          <a:stretch>
            <a:fillRect/>
          </a:stretch>
        </p:blipFill>
        <p:spPr>
          <a:xfrm>
            <a:off x="486984" y="2580941"/>
            <a:ext cx="11218029" cy="192024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CB07816-984E-7634-FEDE-5BDF9C5A5C4B}"/>
              </a:ext>
            </a:extLst>
          </p:cNvPr>
          <p:cNvSpPr txBox="1"/>
          <p:nvPr/>
        </p:nvSpPr>
        <p:spPr>
          <a:xfrm>
            <a:off x="227066" y="141706"/>
            <a:ext cx="25314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Classification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BBD25B-D331-2199-C0ED-097B9B59FC4D}"/>
              </a:ext>
            </a:extLst>
          </p:cNvPr>
          <p:cNvSpPr txBox="1"/>
          <p:nvPr/>
        </p:nvSpPr>
        <p:spPr>
          <a:xfrm>
            <a:off x="486984" y="2154279"/>
            <a:ext cx="135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 Points</a:t>
            </a:r>
            <a:endParaRPr 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76585B2-8702-FE3E-6D4A-53737C8E59B1}"/>
              </a:ext>
            </a:extLst>
          </p:cNvPr>
          <p:cNvSpPr txBox="1"/>
          <p:nvPr/>
        </p:nvSpPr>
        <p:spPr>
          <a:xfrm>
            <a:off x="486984" y="4131849"/>
            <a:ext cx="2029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Filtered Points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D4419D-A367-DFA5-84E5-395C810F902B}"/>
              </a:ext>
            </a:extLst>
          </p:cNvPr>
          <p:cNvSpPr txBox="1"/>
          <p:nvPr/>
        </p:nvSpPr>
        <p:spPr>
          <a:xfrm>
            <a:off x="486984" y="6099329"/>
            <a:ext cx="2029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Ground Points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0753AC-3B9D-78D3-1D79-9CFF08E727B5}"/>
              </a:ext>
            </a:extLst>
          </p:cNvPr>
          <p:cNvSpPr txBox="1"/>
          <p:nvPr/>
        </p:nvSpPr>
        <p:spPr>
          <a:xfrm>
            <a:off x="6413500" y="187872"/>
            <a:ext cx="48323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Data: </a:t>
            </a:r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casals_l1b_20241118T171757_001_02</a:t>
            </a:r>
          </a:p>
        </p:txBody>
      </p:sp>
    </p:spTree>
    <p:extLst>
      <p:ext uri="{BB962C8B-B14F-4D97-AF65-F5344CB8AC3E}">
        <p14:creationId xmlns:p14="http://schemas.microsoft.com/office/powerpoint/2010/main" val="665463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97A6A-A20E-565E-B92E-8E9F18B5E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699BEF-354A-DBD9-9A5A-F594A083C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575" y="372538"/>
            <a:ext cx="10562812" cy="60146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8C328F6-1DA1-DB0D-2B0C-386C85C97F0D}"/>
              </a:ext>
            </a:extLst>
          </p:cNvPr>
          <p:cNvSpPr txBox="1"/>
          <p:nvPr/>
        </p:nvSpPr>
        <p:spPr>
          <a:xfrm>
            <a:off x="227066" y="141706"/>
            <a:ext cx="1215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DSM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87459E-61C4-F6EB-C371-A91E18F0F84E}"/>
              </a:ext>
            </a:extLst>
          </p:cNvPr>
          <p:cNvSpPr txBox="1"/>
          <p:nvPr/>
        </p:nvSpPr>
        <p:spPr>
          <a:xfrm>
            <a:off x="2820987" y="6155437"/>
            <a:ext cx="6550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DSM is generated using points whose SNR&gt;=4.5.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C6C926-DCBF-7203-A9DD-74E528CA15D1}"/>
              </a:ext>
            </a:extLst>
          </p:cNvPr>
          <p:cNvSpPr txBox="1"/>
          <p:nvPr/>
        </p:nvSpPr>
        <p:spPr>
          <a:xfrm>
            <a:off x="7581275" y="148565"/>
            <a:ext cx="4588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casals_l1b_20241118T171757_001_02</a:t>
            </a:r>
          </a:p>
        </p:txBody>
      </p:sp>
    </p:spTree>
    <p:extLst>
      <p:ext uri="{BB962C8B-B14F-4D97-AF65-F5344CB8AC3E}">
        <p14:creationId xmlns:p14="http://schemas.microsoft.com/office/powerpoint/2010/main" val="1014741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22FC1C-8D87-DFE1-79A5-54409A66B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765543-A2C7-8975-301E-7F5C60D68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185" y="183325"/>
            <a:ext cx="6661629" cy="333081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D6786D3-079E-A473-3C84-A4811AAB0307}"/>
              </a:ext>
            </a:extLst>
          </p:cNvPr>
          <p:cNvSpPr txBox="1"/>
          <p:nvPr/>
        </p:nvSpPr>
        <p:spPr>
          <a:xfrm>
            <a:off x="227066" y="141706"/>
            <a:ext cx="15055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400" b="1">
                <a:latin typeface="Arial" panose="020B0604020202020204" pitchFamily="34" charset="0"/>
                <a:cs typeface="Arial" panose="020B0604020202020204" pitchFamily="34" charset="0"/>
              </a:rPr>
              <a:t>Sweep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113A62-AC53-B5D5-26B4-5AA8024A5B19}"/>
              </a:ext>
            </a:extLst>
          </p:cNvPr>
          <p:cNvSpPr txBox="1"/>
          <p:nvPr/>
        </p:nvSpPr>
        <p:spPr>
          <a:xfrm>
            <a:off x="7581275" y="148565"/>
            <a:ext cx="45884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casals_l1b_20241118T171757_001_02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96EB801-4AA1-3929-7A1D-3BA7A10CAD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682" y="3482464"/>
            <a:ext cx="6035040" cy="30175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DAF9806-1053-5AA4-6F45-D334E59AB4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79" y="3482464"/>
            <a:ext cx="6035040" cy="301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139257"/>
      </p:ext>
    </p:extLst>
  </p:cSld>
  <p:clrMapOvr>
    <a:masterClrMapping/>
  </p:clrMapOvr>
</p:sld>
</file>

<file path=ppt/theme/theme1.xml><?xml version="1.0" encoding="utf-8"?>
<a:theme xmlns:a="http://schemas.openxmlformats.org/drawingml/2006/main" name="MyLabTempla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MyLabTemplate</Template>
  <Application>Microsoft Office PowerPoint</Application>
  <PresentationFormat>Widescreen</PresentationFormat>
  <Slides>8</Slides>
  <Notes>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MyLabTemplate</vt:lpstr>
      <vt:lpstr>CASALS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Tian, Xiangxi</dc:creator>
  <cp:revision>1</cp:revision>
  <cp:lastPrinted>2023-03-20T21:48:00Z</cp:lastPrinted>
  <dcterms:created xsi:type="dcterms:W3CDTF">2023-03-13T20:22:00Z</dcterms:created>
  <dcterms:modified xsi:type="dcterms:W3CDTF">2026-10-14T15:29:31Z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CA90B532ADC54537AAF9D2451E2C1153_12</vt:lpwstr>
  </property>
  <property fmtid="{D5CDD505-2E9C-101B-9397-08002B2CF9AE}" pid="3" name="KSOProductBuildVer">
    <vt:lpwstr>2052-12.1.0.20305</vt:lpwstr>
  </property>
  <property fmtid="{D5CDD505-2E9C-101B-9397-08002B2CF9AE}" pid="4" name="MSIP_Label_f7606f69-b0ae-4874-be30-7d43a3c7be10_Enabled">
    <vt:lpwstr>true</vt:lpwstr>
  </property>
  <property fmtid="{D5CDD505-2E9C-101B-9397-08002B2CF9AE}" pid="5" name="MSIP_Label_f7606f69-b0ae-4874-be30-7d43a3c7be10_SetDate">
    <vt:lpwstr>2025-03-16T16:54:59Z</vt:lpwstr>
  </property>
  <property fmtid="{D5CDD505-2E9C-101B-9397-08002B2CF9AE}" pid="6" name="MSIP_Label_f7606f69-b0ae-4874-be30-7d43a3c7be10_Method">
    <vt:lpwstr>Standard</vt:lpwstr>
  </property>
  <property fmtid="{D5CDD505-2E9C-101B-9397-08002B2CF9AE}" pid="7" name="MSIP_Label_f7606f69-b0ae-4874-be30-7d43a3c7be10_Name">
    <vt:lpwstr>defa4170-0d19-0005-0001-bc88714345d2</vt:lpwstr>
  </property>
  <property fmtid="{D5CDD505-2E9C-101B-9397-08002B2CF9AE}" pid="8" name="MSIP_Label_f7606f69-b0ae-4874-be30-7d43a3c7be10_SiteId">
    <vt:lpwstr>4130bd39-7c53-419c-b1e5-8758d6d63f21</vt:lpwstr>
  </property>
  <property fmtid="{D5CDD505-2E9C-101B-9397-08002B2CF9AE}" pid="9" name="MSIP_Label_f7606f69-b0ae-4874-be30-7d43a3c7be10_ActionId">
    <vt:lpwstr>e8e0e3cd-6669-4278-ab21-f3c13c1359ea</vt:lpwstr>
  </property>
  <property fmtid="{D5CDD505-2E9C-101B-9397-08002B2CF9AE}" pid="10" name="MSIP_Label_f7606f69-b0ae-4874-be30-7d43a3c7be10_ContentBits">
    <vt:lpwstr>0</vt:lpwstr>
  </property>
  <property fmtid="{D5CDD505-2E9C-101B-9397-08002B2CF9AE}" pid="11" name="MSIP_Label_f7606f69-b0ae-4874-be30-7d43a3c7be10_Tag">
    <vt:lpwstr>50, 3, 0, 1</vt:lpwstr>
  </property>
</Properties>
</file>