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583" r:id="rId3"/>
    <p:sldId id="584" r:id="rId4"/>
    <p:sldId id="597" r:id="rId5"/>
    <p:sldId id="599" r:id="rId6"/>
    <p:sldId id="600" r:id="rId7"/>
    <p:sldId id="601" r:id="rId8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BDC5C8E-FE77-4A1D-996F-C5C763F2A40F}">
          <p14:sldIdLst>
            <p14:sldId id="256"/>
            <p14:sldId id="583"/>
            <p14:sldId id="584"/>
            <p14:sldId id="597"/>
            <p14:sldId id="599"/>
            <p14:sldId id="600"/>
            <p14:sldId id="60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FFE1E1"/>
    <a:srgbClr val="FEC3B7"/>
    <a:srgbClr val="0000FF"/>
    <a:srgbClr val="03E103"/>
    <a:srgbClr val="FF0000"/>
    <a:srgbClr val="A1F7B1"/>
    <a:srgbClr val="4272C4"/>
    <a:srgbClr val="FF0006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552" autoAdjust="0"/>
  </p:normalViewPr>
  <p:slideViewPr>
    <p:cSldViewPr snapToGrid="0">
      <p:cViewPr varScale="1">
        <p:scale>
          <a:sx n="159" d="100"/>
          <a:sy n="159" d="100"/>
        </p:scale>
        <p:origin x="258" y="5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ageng Zhong" userId="b52c9415-1ab4-4841-99d2-946641921277" providerId="ADAL" clId="{8EC3C21B-848A-4780-93CD-51C3A3128A88}"/>
    <pc:docChg chg="undo custSel addSld delSld modSld sldOrd modSection">
      <pc:chgData name="Jiageng Zhong" userId="b52c9415-1ab4-4841-99d2-946641921277" providerId="ADAL" clId="{8EC3C21B-848A-4780-93CD-51C3A3128A88}" dt="2026-10-10T02:29:49.858" v="2363" actId="1076"/>
      <pc:docMkLst>
        <pc:docMk/>
      </pc:docMkLst>
      <pc:sldChg chg="del">
        <pc:chgData name="Jiageng Zhong" userId="b52c9415-1ab4-4841-99d2-946641921277" providerId="ADAL" clId="{8EC3C21B-848A-4780-93CD-51C3A3128A88}" dt="2026-10-10T01:57:33.884" v="2275" actId="2696"/>
        <pc:sldMkLst>
          <pc:docMk/>
          <pc:sldMk cId="3570079766" sldId="571"/>
        </pc:sldMkLst>
      </pc:sldChg>
      <pc:sldChg chg="del">
        <pc:chgData name="Jiageng Zhong" userId="b52c9415-1ab4-4841-99d2-946641921277" providerId="ADAL" clId="{8EC3C21B-848A-4780-93CD-51C3A3128A88}" dt="2026-10-10T01:57:33.884" v="2275" actId="2696"/>
        <pc:sldMkLst>
          <pc:docMk/>
          <pc:sldMk cId="2682919965" sldId="572"/>
        </pc:sldMkLst>
      </pc:sldChg>
      <pc:sldChg chg="del">
        <pc:chgData name="Jiageng Zhong" userId="b52c9415-1ab4-4841-99d2-946641921277" providerId="ADAL" clId="{8EC3C21B-848A-4780-93CD-51C3A3128A88}" dt="2026-10-10T01:50:13.973" v="2274" actId="47"/>
        <pc:sldMkLst>
          <pc:docMk/>
          <pc:sldMk cId="1993469732" sldId="573"/>
        </pc:sldMkLst>
      </pc:sldChg>
      <pc:sldChg chg="del">
        <pc:chgData name="Jiageng Zhong" userId="b52c9415-1ab4-4841-99d2-946641921277" providerId="ADAL" clId="{8EC3C21B-848A-4780-93CD-51C3A3128A88}" dt="2026-10-10T01:57:33.884" v="2275" actId="2696"/>
        <pc:sldMkLst>
          <pc:docMk/>
          <pc:sldMk cId="252992578" sldId="574"/>
        </pc:sldMkLst>
      </pc:sldChg>
      <pc:sldChg chg="del">
        <pc:chgData name="Jiageng Zhong" userId="b52c9415-1ab4-4841-99d2-946641921277" providerId="ADAL" clId="{8EC3C21B-848A-4780-93CD-51C3A3128A88}" dt="2026-10-10T01:57:33.884" v="2275" actId="2696"/>
        <pc:sldMkLst>
          <pc:docMk/>
          <pc:sldMk cId="2532852713" sldId="575"/>
        </pc:sldMkLst>
      </pc:sldChg>
      <pc:sldChg chg="del">
        <pc:chgData name="Jiageng Zhong" userId="b52c9415-1ab4-4841-99d2-946641921277" providerId="ADAL" clId="{8EC3C21B-848A-4780-93CD-51C3A3128A88}" dt="2026-10-10T01:57:39.325" v="2276" actId="2696"/>
        <pc:sldMkLst>
          <pc:docMk/>
          <pc:sldMk cId="2168070692" sldId="576"/>
        </pc:sldMkLst>
      </pc:sldChg>
      <pc:sldChg chg="del">
        <pc:chgData name="Jiageng Zhong" userId="b52c9415-1ab4-4841-99d2-946641921277" providerId="ADAL" clId="{8EC3C21B-848A-4780-93CD-51C3A3128A88}" dt="2026-10-10T01:57:33.884" v="2275" actId="2696"/>
        <pc:sldMkLst>
          <pc:docMk/>
          <pc:sldMk cId="3479097923" sldId="577"/>
        </pc:sldMkLst>
      </pc:sldChg>
      <pc:sldChg chg="del">
        <pc:chgData name="Jiageng Zhong" userId="b52c9415-1ab4-4841-99d2-946641921277" providerId="ADAL" clId="{8EC3C21B-848A-4780-93CD-51C3A3128A88}" dt="2026-10-10T01:57:39.325" v="2276" actId="2696"/>
        <pc:sldMkLst>
          <pc:docMk/>
          <pc:sldMk cId="3981881105" sldId="578"/>
        </pc:sldMkLst>
      </pc:sldChg>
      <pc:sldChg chg="del">
        <pc:chgData name="Jiageng Zhong" userId="b52c9415-1ab4-4841-99d2-946641921277" providerId="ADAL" clId="{8EC3C21B-848A-4780-93CD-51C3A3128A88}" dt="2026-10-10T01:57:39.325" v="2276" actId="2696"/>
        <pc:sldMkLst>
          <pc:docMk/>
          <pc:sldMk cId="2174094271" sldId="579"/>
        </pc:sldMkLst>
      </pc:sldChg>
      <pc:sldChg chg="del">
        <pc:chgData name="Jiageng Zhong" userId="b52c9415-1ab4-4841-99d2-946641921277" providerId="ADAL" clId="{8EC3C21B-848A-4780-93CD-51C3A3128A88}" dt="2026-10-10T01:57:39.325" v="2276" actId="2696"/>
        <pc:sldMkLst>
          <pc:docMk/>
          <pc:sldMk cId="149061395" sldId="580"/>
        </pc:sldMkLst>
      </pc:sldChg>
      <pc:sldChg chg="del">
        <pc:chgData name="Jiageng Zhong" userId="b52c9415-1ab4-4841-99d2-946641921277" providerId="ADAL" clId="{8EC3C21B-848A-4780-93CD-51C3A3128A88}" dt="2026-10-10T01:57:44.711" v="2277" actId="2696"/>
        <pc:sldMkLst>
          <pc:docMk/>
          <pc:sldMk cId="821907803" sldId="581"/>
        </pc:sldMkLst>
      </pc:sldChg>
      <pc:sldChg chg="del">
        <pc:chgData name="Jiageng Zhong" userId="b52c9415-1ab4-4841-99d2-946641921277" providerId="ADAL" clId="{8EC3C21B-848A-4780-93CD-51C3A3128A88}" dt="2026-10-10T01:57:48.656" v="2278" actId="2696"/>
        <pc:sldMkLst>
          <pc:docMk/>
          <pc:sldMk cId="3556191564" sldId="582"/>
        </pc:sldMkLst>
      </pc:sldChg>
      <pc:sldChg chg="addSp delSp modSp mod">
        <pc:chgData name="Jiageng Zhong" userId="b52c9415-1ab4-4841-99d2-946641921277" providerId="ADAL" clId="{8EC3C21B-848A-4780-93CD-51C3A3128A88}" dt="2026-10-10T02:29:49.858" v="2363" actId="1076"/>
        <pc:sldMkLst>
          <pc:docMk/>
          <pc:sldMk cId="1014741727" sldId="583"/>
        </pc:sldMkLst>
        <pc:picChg chg="add mod ord">
          <ac:chgData name="Jiageng Zhong" userId="b52c9415-1ab4-4841-99d2-946641921277" providerId="ADAL" clId="{8EC3C21B-848A-4780-93CD-51C3A3128A88}" dt="2026-10-10T02:29:49.858" v="2363" actId="1076"/>
          <ac:picMkLst>
            <pc:docMk/>
            <pc:sldMk cId="1014741727" sldId="583"/>
            <ac:picMk id="4" creationId="{97699BEF-354A-DBD9-9A5A-F594A083C22A}"/>
          </ac:picMkLst>
        </pc:picChg>
        <pc:picChg chg="del">
          <ac:chgData name="Jiageng Zhong" userId="b52c9415-1ab4-4841-99d2-946641921277" providerId="ADAL" clId="{8EC3C21B-848A-4780-93CD-51C3A3128A88}" dt="2026-10-10T02:29:11.153" v="2357" actId="478"/>
          <ac:picMkLst>
            <pc:docMk/>
            <pc:sldMk cId="1014741727" sldId="583"/>
            <ac:picMk id="9" creationId="{30466B69-93C6-A0A3-B9D6-AFBFD12944ED}"/>
          </ac:picMkLst>
        </pc:picChg>
      </pc:sldChg>
      <pc:sldChg chg="addSp delSp modSp mod">
        <pc:chgData name="Jiageng Zhong" userId="b52c9415-1ab4-4841-99d2-946641921277" providerId="ADAL" clId="{8EC3C21B-848A-4780-93CD-51C3A3128A88}" dt="2026-10-10T02:23:59.257" v="2356" actId="1076"/>
        <pc:sldMkLst>
          <pc:docMk/>
          <pc:sldMk cId="665463517" sldId="584"/>
        </pc:sldMkLst>
        <pc:spChg chg="mod">
          <ac:chgData name="Jiageng Zhong" userId="b52c9415-1ab4-4841-99d2-946641921277" providerId="ADAL" clId="{8EC3C21B-848A-4780-93CD-51C3A3128A88}" dt="2026-10-10T02:23:59.257" v="2356" actId="1076"/>
          <ac:spMkLst>
            <pc:docMk/>
            <pc:sldMk cId="665463517" sldId="584"/>
            <ac:spMk id="12" creationId="{A6BBD25B-D331-2199-C0ED-097B9B59FC4D}"/>
          </ac:spMkLst>
        </pc:spChg>
        <pc:spChg chg="mod">
          <ac:chgData name="Jiageng Zhong" userId="b52c9415-1ab4-4841-99d2-946641921277" providerId="ADAL" clId="{8EC3C21B-848A-4780-93CD-51C3A3128A88}" dt="2026-10-10T02:23:53.170" v="2355" actId="1076"/>
          <ac:spMkLst>
            <pc:docMk/>
            <pc:sldMk cId="665463517" sldId="584"/>
            <ac:spMk id="13" creationId="{F76585B2-8702-FE3E-6D4A-53737C8E59B1}"/>
          </ac:spMkLst>
        </pc:spChg>
        <pc:spChg chg="mod">
          <ac:chgData name="Jiageng Zhong" userId="b52c9415-1ab4-4841-99d2-946641921277" providerId="ADAL" clId="{8EC3C21B-848A-4780-93CD-51C3A3128A88}" dt="2026-10-10T02:23:43.006" v="2353" actId="1076"/>
          <ac:spMkLst>
            <pc:docMk/>
            <pc:sldMk cId="665463517" sldId="584"/>
            <ac:spMk id="14" creationId="{CBD4419D-A367-DFA5-84E5-395C810F902B}"/>
          </ac:spMkLst>
        </pc:spChg>
        <pc:picChg chg="del">
          <ac:chgData name="Jiageng Zhong" userId="b52c9415-1ab4-4841-99d2-946641921277" providerId="ADAL" clId="{8EC3C21B-848A-4780-93CD-51C3A3128A88}" dt="2026-10-10T02:22:13.672" v="2302" actId="478"/>
          <ac:picMkLst>
            <pc:docMk/>
            <pc:sldMk cId="665463517" sldId="584"/>
            <ac:picMk id="4" creationId="{4CD70A6C-97E6-4DA0-21E0-0B1994690085}"/>
          </ac:picMkLst>
        </pc:picChg>
        <pc:picChg chg="add mod ord">
          <ac:chgData name="Jiageng Zhong" userId="b52c9415-1ab4-4841-99d2-946641921277" providerId="ADAL" clId="{8EC3C21B-848A-4780-93CD-51C3A3128A88}" dt="2026-10-10T02:23:31.387" v="2352" actId="1035"/>
          <ac:picMkLst>
            <pc:docMk/>
            <pc:sldMk cId="665463517" sldId="584"/>
            <ac:picMk id="5" creationId="{191D13FE-FD17-6BC3-61CC-235E6AFC3CE8}"/>
          </ac:picMkLst>
        </pc:picChg>
        <pc:picChg chg="del">
          <ac:chgData name="Jiageng Zhong" userId="b52c9415-1ab4-4841-99d2-946641921277" providerId="ADAL" clId="{8EC3C21B-848A-4780-93CD-51C3A3128A88}" dt="2026-10-10T02:22:13.672" v="2302" actId="478"/>
          <ac:picMkLst>
            <pc:docMk/>
            <pc:sldMk cId="665463517" sldId="584"/>
            <ac:picMk id="6" creationId="{C730FA39-D9DA-3DFB-C6F8-44D064BA2C8D}"/>
          </ac:picMkLst>
        </pc:picChg>
        <pc:picChg chg="del">
          <ac:chgData name="Jiageng Zhong" userId="b52c9415-1ab4-4841-99d2-946641921277" providerId="ADAL" clId="{8EC3C21B-848A-4780-93CD-51C3A3128A88}" dt="2026-10-10T02:22:13.672" v="2302" actId="478"/>
          <ac:picMkLst>
            <pc:docMk/>
            <pc:sldMk cId="665463517" sldId="584"/>
            <ac:picMk id="8" creationId="{5E88412E-AFCA-E0CE-4392-3B74DDD6FF43}"/>
          </ac:picMkLst>
        </pc:picChg>
        <pc:picChg chg="add mod ord">
          <ac:chgData name="Jiageng Zhong" userId="b52c9415-1ab4-4841-99d2-946641921277" providerId="ADAL" clId="{8EC3C21B-848A-4780-93CD-51C3A3128A88}" dt="2026-10-10T02:23:31.387" v="2352" actId="1035"/>
          <ac:picMkLst>
            <pc:docMk/>
            <pc:sldMk cId="665463517" sldId="584"/>
            <ac:picMk id="9" creationId="{12A3FFA2-D28A-4048-B3F1-2ACE99906422}"/>
          </ac:picMkLst>
        </pc:picChg>
        <pc:picChg chg="add mod ord">
          <ac:chgData name="Jiageng Zhong" userId="b52c9415-1ab4-4841-99d2-946641921277" providerId="ADAL" clId="{8EC3C21B-848A-4780-93CD-51C3A3128A88}" dt="2026-10-10T02:23:31.387" v="2352" actId="1035"/>
          <ac:picMkLst>
            <pc:docMk/>
            <pc:sldMk cId="665463517" sldId="584"/>
            <ac:picMk id="11" creationId="{BD52CB14-2512-1F72-32B6-0DC712498203}"/>
          </ac:picMkLst>
        </pc:picChg>
      </pc:sldChg>
      <pc:sldChg chg="del">
        <pc:chgData name="Jiageng Zhong" userId="b52c9415-1ab4-4841-99d2-946641921277" providerId="ADAL" clId="{8EC3C21B-848A-4780-93CD-51C3A3128A88}" dt="2026-10-10T02:04:51.443" v="2282" actId="2696"/>
        <pc:sldMkLst>
          <pc:docMk/>
          <pc:sldMk cId="430923665" sldId="585"/>
        </pc:sldMkLst>
      </pc:sldChg>
      <pc:sldChg chg="del">
        <pc:chgData name="Jiageng Zhong" userId="b52c9415-1ab4-4841-99d2-946641921277" providerId="ADAL" clId="{8EC3C21B-848A-4780-93CD-51C3A3128A88}" dt="2026-10-10T01:57:39.325" v="2276" actId="2696"/>
        <pc:sldMkLst>
          <pc:docMk/>
          <pc:sldMk cId="3653343407" sldId="586"/>
        </pc:sldMkLst>
      </pc:sldChg>
      <pc:sldChg chg="del">
        <pc:chgData name="Jiageng Zhong" userId="b52c9415-1ab4-4841-99d2-946641921277" providerId="ADAL" clId="{8EC3C21B-848A-4780-93CD-51C3A3128A88}" dt="2026-10-10T02:04:10.334" v="2279" actId="2696"/>
        <pc:sldMkLst>
          <pc:docMk/>
          <pc:sldMk cId="3481458273" sldId="587"/>
        </pc:sldMkLst>
      </pc:sldChg>
      <pc:sldChg chg="del">
        <pc:chgData name="Jiageng Zhong" userId="b52c9415-1ab4-4841-99d2-946641921277" providerId="ADAL" clId="{8EC3C21B-848A-4780-93CD-51C3A3128A88}" dt="2026-10-10T02:04:24.753" v="2280" actId="2696"/>
        <pc:sldMkLst>
          <pc:docMk/>
          <pc:sldMk cId="785831029" sldId="588"/>
        </pc:sldMkLst>
      </pc:sldChg>
      <pc:sldChg chg="del">
        <pc:chgData name="Jiageng Zhong" userId="b52c9415-1ab4-4841-99d2-946641921277" providerId="ADAL" clId="{8EC3C21B-848A-4780-93CD-51C3A3128A88}" dt="2026-10-10T02:04:24.753" v="2280" actId="2696"/>
        <pc:sldMkLst>
          <pc:docMk/>
          <pc:sldMk cId="1386790318" sldId="589"/>
        </pc:sldMkLst>
      </pc:sldChg>
      <pc:sldChg chg="del">
        <pc:chgData name="Jiageng Zhong" userId="b52c9415-1ab4-4841-99d2-946641921277" providerId="ADAL" clId="{8EC3C21B-848A-4780-93CD-51C3A3128A88}" dt="2026-10-10T02:04:24.753" v="2280" actId="2696"/>
        <pc:sldMkLst>
          <pc:docMk/>
          <pc:sldMk cId="1443314658" sldId="590"/>
        </pc:sldMkLst>
      </pc:sldChg>
      <pc:sldChg chg="del">
        <pc:chgData name="Jiageng Zhong" userId="b52c9415-1ab4-4841-99d2-946641921277" providerId="ADAL" clId="{8EC3C21B-848A-4780-93CD-51C3A3128A88}" dt="2026-10-10T02:04:10.334" v="2279" actId="2696"/>
        <pc:sldMkLst>
          <pc:docMk/>
          <pc:sldMk cId="3140005117" sldId="591"/>
        </pc:sldMkLst>
      </pc:sldChg>
      <pc:sldChg chg="del">
        <pc:chgData name="Jiageng Zhong" userId="b52c9415-1ab4-4841-99d2-946641921277" providerId="ADAL" clId="{8EC3C21B-848A-4780-93CD-51C3A3128A88}" dt="2026-10-10T02:04:10.334" v="2279" actId="2696"/>
        <pc:sldMkLst>
          <pc:docMk/>
          <pc:sldMk cId="2808179642" sldId="592"/>
        </pc:sldMkLst>
      </pc:sldChg>
      <pc:sldChg chg="del">
        <pc:chgData name="Jiageng Zhong" userId="b52c9415-1ab4-4841-99d2-946641921277" providerId="ADAL" clId="{8EC3C21B-848A-4780-93CD-51C3A3128A88}" dt="2026-10-10T02:04:10.334" v="2279" actId="2696"/>
        <pc:sldMkLst>
          <pc:docMk/>
          <pc:sldMk cId="4186809654" sldId="593"/>
        </pc:sldMkLst>
      </pc:sldChg>
      <pc:sldChg chg="del">
        <pc:chgData name="Jiageng Zhong" userId="b52c9415-1ab4-4841-99d2-946641921277" providerId="ADAL" clId="{8EC3C21B-848A-4780-93CD-51C3A3128A88}" dt="2026-10-10T02:04:43.673" v="2281" actId="2696"/>
        <pc:sldMkLst>
          <pc:docMk/>
          <pc:sldMk cId="714234123" sldId="595"/>
        </pc:sldMkLst>
      </pc:sldChg>
      <pc:sldChg chg="addSp delSp modSp mod">
        <pc:chgData name="Jiageng Zhong" userId="b52c9415-1ab4-4841-99d2-946641921277" providerId="ADAL" clId="{8EC3C21B-848A-4780-93CD-51C3A3128A88}" dt="2026-10-10T02:21:46.832" v="2298" actId="21"/>
        <pc:sldMkLst>
          <pc:docMk/>
          <pc:sldMk cId="696280670" sldId="599"/>
        </pc:sldMkLst>
        <pc:spChg chg="mod">
          <ac:chgData name="Jiageng Zhong" userId="b52c9415-1ab4-4841-99d2-946641921277" providerId="ADAL" clId="{8EC3C21B-848A-4780-93CD-51C3A3128A88}" dt="2026-10-10T02:21:16.468" v="2293" actId="208"/>
          <ac:spMkLst>
            <pc:docMk/>
            <pc:sldMk cId="696280670" sldId="599"/>
            <ac:spMk id="2" creationId="{2AE4E296-B6AE-14EC-EF19-91C21075E06A}"/>
          </ac:spMkLst>
        </pc:spChg>
        <pc:picChg chg="add del mod modCrop">
          <ac:chgData name="Jiageng Zhong" userId="b52c9415-1ab4-4841-99d2-946641921277" providerId="ADAL" clId="{8EC3C21B-848A-4780-93CD-51C3A3128A88}" dt="2026-10-10T02:21:46.832" v="2298" actId="21"/>
          <ac:picMkLst>
            <pc:docMk/>
            <pc:sldMk cId="696280670" sldId="599"/>
            <ac:picMk id="4" creationId="{517364F6-E0B4-84E3-094C-7297D8443FC2}"/>
          </ac:picMkLst>
        </pc:picChg>
        <pc:picChg chg="add del mod modCrop">
          <ac:chgData name="Jiageng Zhong" userId="b52c9415-1ab4-4841-99d2-946641921277" providerId="ADAL" clId="{8EC3C21B-848A-4780-93CD-51C3A3128A88}" dt="2026-10-10T02:21:46.832" v="2298" actId="21"/>
          <ac:picMkLst>
            <pc:docMk/>
            <pc:sldMk cId="696280670" sldId="599"/>
            <ac:picMk id="6" creationId="{424B967B-733E-FCB3-E970-9241F4CE3C95}"/>
          </ac:picMkLst>
        </pc:picChg>
        <pc:picChg chg="add del mod modCrop">
          <ac:chgData name="Jiageng Zhong" userId="b52c9415-1ab4-4841-99d2-946641921277" providerId="ADAL" clId="{8EC3C21B-848A-4780-93CD-51C3A3128A88}" dt="2026-10-10T02:21:46.832" v="2298" actId="21"/>
          <ac:picMkLst>
            <pc:docMk/>
            <pc:sldMk cId="696280670" sldId="599"/>
            <ac:picMk id="8" creationId="{B21B3969-BC10-0F2E-D51A-70D1C0A1DF41}"/>
          </ac:picMkLst>
        </pc:picChg>
      </pc:sldChg>
      <pc:sldChg chg="add">
        <pc:chgData name="Jiageng Zhong" userId="b52c9415-1ab4-4841-99d2-946641921277" providerId="ADAL" clId="{8EC3C21B-848A-4780-93CD-51C3A3128A88}" dt="2026-10-10T02:20:15.720" v="2283" actId="2890"/>
        <pc:sldMkLst>
          <pc:docMk/>
          <pc:sldMk cId="3001170701" sldId="600"/>
        </pc:sldMkLst>
      </pc:sldChg>
      <pc:sldChg chg="add">
        <pc:chgData name="Jiageng Zhong" userId="b52c9415-1ab4-4841-99d2-946641921277" providerId="ADAL" clId="{8EC3C21B-848A-4780-93CD-51C3A3128A88}" dt="2026-10-10T02:20:16.098" v="2284" actId="2890"/>
        <pc:sldMkLst>
          <pc:docMk/>
          <pc:sldMk cId="980106533" sldId="60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7FC1E3-60BF-42DB-BABF-97110DE7E195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66713-8B59-4B43-8640-53155432D15D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/>
          <p:cNvSpPr/>
          <p:nvPr/>
        </p:nvSpPr>
        <p:spPr>
          <a:xfrm>
            <a:off x="304800" y="214745"/>
            <a:ext cx="11594592" cy="6035040"/>
          </a:xfrm>
          <a:prstGeom prst="roundRect">
            <a:avLst>
              <a:gd name="adj" fmla="val 1272"/>
            </a:avLst>
          </a:prstGeom>
          <a:gradFill>
            <a:gsLst>
              <a:gs pos="0">
                <a:srgbClr val="4A66AC"/>
              </a:gs>
              <a:gs pos="100000">
                <a:schemeClr val="accent1">
                  <a:lumMod val="85000"/>
                  <a:lumOff val="15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901950"/>
            <a:ext cx="10363200" cy="1425614"/>
          </a:xfrm>
        </p:spPr>
        <p:txBody>
          <a:bodyPr anchor="ctr">
            <a:normAutofit/>
          </a:bodyPr>
          <a:lstStyle>
            <a:lvl1pPr algn="ctr">
              <a:defRPr sz="4800" b="1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246120"/>
            <a:ext cx="8534400" cy="1473200"/>
          </a:xfrm>
        </p:spPr>
        <p:txBody>
          <a:bodyPr>
            <a:norm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Footer Placeholder 4"/>
          <p:cNvSpPr txBox="1"/>
          <p:nvPr/>
        </p:nvSpPr>
        <p:spPr>
          <a:xfrm>
            <a:off x="177875" y="6369561"/>
            <a:ext cx="2828562" cy="405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4" name="Footer Placeholder 4"/>
          <p:cNvSpPr txBox="1"/>
          <p:nvPr/>
        </p:nvSpPr>
        <p:spPr>
          <a:xfrm>
            <a:off x="3976255" y="6369561"/>
            <a:ext cx="4096974" cy="405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63538" y="6452347"/>
            <a:ext cx="60262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Geospatial Sensing and Modeling Lab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70"/>
          <a:stretch>
            <a:fillRect/>
          </a:stretch>
        </p:blipFill>
        <p:spPr>
          <a:xfrm>
            <a:off x="104501" y="6369561"/>
            <a:ext cx="2159726" cy="41910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70" b="-13760"/>
          <a:stretch>
            <a:fillRect/>
          </a:stretch>
        </p:blipFill>
        <p:spPr>
          <a:xfrm>
            <a:off x="1" y="6646009"/>
            <a:ext cx="998290" cy="220379"/>
          </a:xfrm>
          <a:prstGeom prst="rect">
            <a:avLst/>
          </a:prstGeom>
        </p:spPr>
      </p:pic>
      <p:sp>
        <p:nvSpPr>
          <p:cNvPr id="12" name="Footer Placeholder 4"/>
          <p:cNvSpPr txBox="1"/>
          <p:nvPr/>
        </p:nvSpPr>
        <p:spPr>
          <a:xfrm>
            <a:off x="4038600" y="6618914"/>
            <a:ext cx="4114800" cy="23678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bg1"/>
                </a:solidFill>
                <a:latin typeface="Century Gothic" panose="020B0502020202020204"/>
                <a:ea typeface="微软雅黑" panose="020B0503020204020204" charset="-122"/>
              </a:rPr>
              <a:t>Geospatial Sensing and Modeling Lab</a:t>
            </a:r>
          </a:p>
        </p:txBody>
      </p:sp>
      <p:sp>
        <p:nvSpPr>
          <p:cNvPr id="13" name="Slide Number Placeholder 5"/>
          <p:cNvSpPr txBox="1"/>
          <p:nvPr/>
        </p:nvSpPr>
        <p:spPr>
          <a:xfrm>
            <a:off x="9382388" y="6618914"/>
            <a:ext cx="2743200" cy="23678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490F93A-7956-401B-89B5-2D52B2116DAD}" type="slidenum">
              <a:rPr lang="en-US" sz="1200" smtClean="0">
                <a:solidFill>
                  <a:schemeClr val="bg1"/>
                </a:solidFill>
              </a:rPr>
              <a:t>‹#›</a:t>
            </a:fld>
            <a:endParaRPr lang="en-US" sz="1200">
              <a:solidFill>
                <a:schemeClr val="bg1"/>
              </a:solidFill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99432" y="1200839"/>
            <a:ext cx="11193137" cy="5125433"/>
          </a:xfrm>
        </p:spPr>
        <p:txBody>
          <a:bodyPr/>
          <a:lstStyle>
            <a:lvl1pPr marL="274320" indent="-36576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+mj-lt"/>
              <a:buAutoNum type="arabicPeriod"/>
              <a:defRPr baseline="0">
                <a:solidFill>
                  <a:schemeClr val="tx1"/>
                </a:solidFill>
              </a:defRPr>
            </a:lvl1pPr>
            <a:lvl2pPr marL="576580" indent="-27432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baseline="0">
                <a:solidFill>
                  <a:schemeClr val="tx1"/>
                </a:solidFill>
              </a:defRPr>
            </a:lvl2pPr>
            <a:lvl3pPr marL="11430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3pPr>
            <a:lvl4pPr marL="16002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4pPr>
            <a:lvl5pPr marL="20574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itle 6"/>
          <p:cNvSpPr>
            <a:spLocks noGrp="1"/>
          </p:cNvSpPr>
          <p:nvPr>
            <p:ph type="title"/>
          </p:nvPr>
        </p:nvSpPr>
        <p:spPr>
          <a:xfrm>
            <a:off x="609600" y="338328"/>
            <a:ext cx="10972800" cy="862511"/>
          </a:xfrm>
        </p:spPr>
        <p:txBody>
          <a:bodyPr anchor="ctr">
            <a:normAutofit/>
          </a:bodyPr>
          <a:lstStyle>
            <a:lvl1pPr>
              <a:defRPr sz="4000" b="1"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320"/>
          <p:cNvSpPr/>
          <p:nvPr/>
        </p:nvSpPr>
        <p:spPr>
          <a:xfrm>
            <a:off x="-1" y="6585045"/>
            <a:ext cx="12192000" cy="279043"/>
          </a:xfrm>
          <a:prstGeom prst="rect">
            <a:avLst/>
          </a:prstGeom>
          <a:solidFill>
            <a:srgbClr val="4A66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12" name="矩形 320"/>
          <p:cNvSpPr/>
          <p:nvPr/>
        </p:nvSpPr>
        <p:spPr>
          <a:xfrm>
            <a:off x="-1" y="0"/>
            <a:ext cx="12192000" cy="146304"/>
          </a:xfrm>
          <a:prstGeom prst="rect">
            <a:avLst/>
          </a:prstGeom>
          <a:solidFill>
            <a:srgbClr val="4A66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435451"/>
            <a:ext cx="10363200" cy="1425614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CASALS</a:t>
            </a:r>
            <a:endParaRPr lang="en-US" sz="4000" dirty="0"/>
          </a:p>
        </p:txBody>
      </p:sp>
      <p:sp>
        <p:nvSpPr>
          <p:cNvPr id="5" name="TextBox 4"/>
          <p:cNvSpPr txBox="1"/>
          <p:nvPr/>
        </p:nvSpPr>
        <p:spPr>
          <a:xfrm>
            <a:off x="9860485" y="5457807"/>
            <a:ext cx="1793512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Jiageng Zhong</a:t>
            </a:r>
          </a:p>
          <a:p>
            <a:r>
              <a:rPr lang="en-US" sz="1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97A6A-A20E-565E-B92E-8E9F18B5E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699BEF-354A-DBD9-9A5A-F594A083C2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75" y="372538"/>
            <a:ext cx="10562812" cy="60146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C328F6-1DA1-DB0D-2B0C-386C85C97F0D}"/>
              </a:ext>
            </a:extLst>
          </p:cNvPr>
          <p:cNvSpPr txBox="1"/>
          <p:nvPr/>
        </p:nvSpPr>
        <p:spPr>
          <a:xfrm>
            <a:off x="227066" y="141706"/>
            <a:ext cx="12153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DSM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87459E-61C4-F6EB-C371-A91E18F0F84E}"/>
              </a:ext>
            </a:extLst>
          </p:cNvPr>
          <p:cNvSpPr txBox="1"/>
          <p:nvPr/>
        </p:nvSpPr>
        <p:spPr>
          <a:xfrm>
            <a:off x="2820987" y="6155437"/>
            <a:ext cx="6550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DSM is generated using points whose SNR&gt;=4.5.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4741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13E27-E1B8-1FD7-238F-060105E8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1D13FE-FD17-6BC3-61CC-235E6AFC3C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7" t="36218" r="10074" b="42889"/>
          <a:stretch>
            <a:fillRect/>
          </a:stretch>
        </p:blipFill>
        <p:spPr>
          <a:xfrm>
            <a:off x="486985" y="613461"/>
            <a:ext cx="11218029" cy="192024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2A3FFA2-D28A-4048-B3F1-2ACE999064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7" t="36218" r="10074" b="42889"/>
          <a:stretch>
            <a:fillRect/>
          </a:stretch>
        </p:blipFill>
        <p:spPr>
          <a:xfrm>
            <a:off x="486984" y="4548421"/>
            <a:ext cx="11218029" cy="192024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52CB14-2512-1F72-32B6-0DC7124982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8" t="36219" r="10074" b="42889"/>
          <a:stretch>
            <a:fillRect/>
          </a:stretch>
        </p:blipFill>
        <p:spPr>
          <a:xfrm>
            <a:off x="486984" y="2580941"/>
            <a:ext cx="11218029" cy="192024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B07816-984E-7634-FEDE-5BDF9C5A5C4B}"/>
              </a:ext>
            </a:extLst>
          </p:cNvPr>
          <p:cNvSpPr txBox="1"/>
          <p:nvPr/>
        </p:nvSpPr>
        <p:spPr>
          <a:xfrm>
            <a:off x="227066" y="141706"/>
            <a:ext cx="2531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BBD25B-D331-2199-C0ED-097B9B59FC4D}"/>
              </a:ext>
            </a:extLst>
          </p:cNvPr>
          <p:cNvSpPr txBox="1"/>
          <p:nvPr/>
        </p:nvSpPr>
        <p:spPr>
          <a:xfrm>
            <a:off x="486984" y="2154279"/>
            <a:ext cx="135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Full Points</a:t>
            </a:r>
            <a:endParaRPr 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6585B2-8702-FE3E-6D4A-53737C8E59B1}"/>
              </a:ext>
            </a:extLst>
          </p:cNvPr>
          <p:cNvSpPr txBox="1"/>
          <p:nvPr/>
        </p:nvSpPr>
        <p:spPr>
          <a:xfrm>
            <a:off x="486984" y="4131849"/>
            <a:ext cx="2029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Filtered Points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D4419D-A367-DFA5-84E5-395C810F902B}"/>
              </a:ext>
            </a:extLst>
          </p:cNvPr>
          <p:cNvSpPr txBox="1"/>
          <p:nvPr/>
        </p:nvSpPr>
        <p:spPr>
          <a:xfrm>
            <a:off x="486984" y="6099329"/>
            <a:ext cx="2029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Ground Points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0753AC-3B9D-78D3-1D79-9CFF08E727B5}"/>
              </a:ext>
            </a:extLst>
          </p:cNvPr>
          <p:cNvSpPr txBox="1"/>
          <p:nvPr/>
        </p:nvSpPr>
        <p:spPr>
          <a:xfrm>
            <a:off x="6413500" y="187872"/>
            <a:ext cx="483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Data: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casals_l1b_20241118T171757_001_02</a:t>
            </a:r>
          </a:p>
        </p:txBody>
      </p:sp>
    </p:spTree>
    <p:extLst>
      <p:ext uri="{BB962C8B-B14F-4D97-AF65-F5344CB8AC3E}">
        <p14:creationId xmlns:p14="http://schemas.microsoft.com/office/powerpoint/2010/main" val="665463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699FB-2845-8756-ADC7-55B78F378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B70080-1D08-CE7C-17B2-8B153E415616}"/>
              </a:ext>
            </a:extLst>
          </p:cNvPr>
          <p:cNvSpPr txBox="1"/>
          <p:nvPr/>
        </p:nvSpPr>
        <p:spPr>
          <a:xfrm>
            <a:off x="227066" y="141706"/>
            <a:ext cx="2517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Georeference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982BD3-260A-6226-98DA-A4499CD4BB97}"/>
              </a:ext>
            </a:extLst>
          </p:cNvPr>
          <p:cNvSpPr txBox="1"/>
          <p:nvPr/>
        </p:nvSpPr>
        <p:spPr>
          <a:xfrm>
            <a:off x="523230" y="930834"/>
            <a:ext cx="3037756" cy="461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Official reference point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refh_longitude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refh_latitude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Sensor position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instrument_longitude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instrument_latitude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instrument_altitude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Beam direction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local_beam_azimuth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local_beam_elevation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72F2C99-8257-E58F-8DA9-5964EE40C56B}"/>
                  </a:ext>
                </a:extLst>
              </p:cNvPr>
              <p:cNvSpPr txBox="1"/>
              <p:nvPr/>
            </p:nvSpPr>
            <p:spPr>
              <a:xfrm>
                <a:off x="3732542" y="787892"/>
                <a:ext cx="8163652" cy="52822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Arial" panose="020B0604020202020204" pitchFamily="34" charset="0"/>
                    <a:cs typeface="Arial" panose="020B0604020202020204" pitchFamily="34" charset="0"/>
                  </a:rPr>
                  <a:t>In local coordinates: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Arial" panose="020B0604020202020204" pitchFamily="34" charset="0"/>
                    <a:cs typeface="Arial" panose="020B0604020202020204" pitchFamily="34" charset="0"/>
                  </a:rPr>
                  <a:t>For pulse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, official </a:t>
                </a:r>
                <a:r>
                  <a:rPr lang="en-US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refh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point: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RX bin corresponding to </a:t>
                </a:r>
                <a:r>
                  <a:rPr lang="en-US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refh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, then any bin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can be placed along the beam: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𝑟𝑒𝑓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b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where: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𝑠𝑖𝑧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72F2C99-8257-E58F-8DA9-5964EE40C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2542" y="787892"/>
                <a:ext cx="8163652" cy="5282215"/>
              </a:xfrm>
              <a:prstGeom prst="rect">
                <a:avLst/>
              </a:prstGeom>
              <a:blipFill>
                <a:blip r:embed="rId2"/>
                <a:stretch>
                  <a:fillRect l="-597" r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5217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E97FA-CDFB-9F85-8BCC-B3A68D7A1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E4E296-B6AE-14EC-EF19-91C21075E06A}"/>
              </a:ext>
            </a:extLst>
          </p:cNvPr>
          <p:cNvSpPr txBox="1"/>
          <p:nvPr/>
        </p:nvSpPr>
        <p:spPr>
          <a:xfrm>
            <a:off x="227066" y="141706"/>
            <a:ext cx="2517036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Georeference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6280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17064-0C79-0345-1725-F8CD64CB3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7FD0A7-0DCA-CC3D-9B88-560F56952188}"/>
              </a:ext>
            </a:extLst>
          </p:cNvPr>
          <p:cNvSpPr txBox="1"/>
          <p:nvPr/>
        </p:nvSpPr>
        <p:spPr>
          <a:xfrm>
            <a:off x="227066" y="141706"/>
            <a:ext cx="2517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Georeference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170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8E141-89B5-1EEF-FAA7-DBFA2EF8F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52611D-E084-F7A1-371D-D66CCD261132}"/>
              </a:ext>
            </a:extLst>
          </p:cNvPr>
          <p:cNvSpPr txBox="1"/>
          <p:nvPr/>
        </p:nvSpPr>
        <p:spPr>
          <a:xfrm>
            <a:off x="227066" y="141706"/>
            <a:ext cx="2517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Georeference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0106533"/>
      </p:ext>
    </p:extLst>
  </p:cSld>
  <p:clrMapOvr>
    <a:masterClrMapping/>
  </p:clrMapOvr>
</p:sld>
</file>

<file path=ppt/theme/theme1.xml><?xml version="1.0" encoding="utf-8"?>
<a:theme xmlns:a="http://schemas.openxmlformats.org/drawingml/2006/main" name="MyLab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MyLabTemplate</Template>
  <TotalTime>6086</TotalTime>
  <Words>124</Words>
  <Application>Microsoft Office PowerPoint</Application>
  <PresentationFormat>Widescreen</PresentationFormat>
  <Paragraphs>35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Calibri</vt:lpstr>
      <vt:lpstr>Cambria Math</vt:lpstr>
      <vt:lpstr>Candara</vt:lpstr>
      <vt:lpstr>Century Gothic</vt:lpstr>
      <vt:lpstr>Courier New</vt:lpstr>
      <vt:lpstr>Wingdings</vt:lpstr>
      <vt:lpstr>MyLabTemplate</vt:lpstr>
      <vt:lpstr>CASALS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Tian, Xiangxi</dc:creator>
  <cp:lastModifiedBy>Jiageng Zhong</cp:lastModifiedBy>
  <cp:revision>3</cp:revision>
  <cp:lastPrinted>2023-03-20T21:48:00Z</cp:lastPrinted>
  <dcterms:created xsi:type="dcterms:W3CDTF">2023-03-13T20:22:00Z</dcterms:created>
  <dcterms:modified xsi:type="dcterms:W3CDTF">2026-10-10T02:29:59Z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CA90B532ADC54537AAF9D2451E2C1153_12</vt:lpwstr>
  </property>
  <property fmtid="{D5CDD505-2E9C-101B-9397-08002B2CF9AE}" pid="3" name="KSOProductBuildVer">
    <vt:lpwstr>2052-12.1.0.20305</vt:lpwstr>
  </property>
  <property fmtid="{D5CDD505-2E9C-101B-9397-08002B2CF9AE}" pid="4" name="MSIP_Label_f7606f69-b0ae-4874-be30-7d43a3c7be10_Enabled">
    <vt:lpwstr>true</vt:lpwstr>
  </property>
  <property fmtid="{D5CDD505-2E9C-101B-9397-08002B2CF9AE}" pid="5" name="MSIP_Label_f7606f69-b0ae-4874-be30-7d43a3c7be10_SetDate">
    <vt:lpwstr>2025-03-16T16:54:59Z</vt:lpwstr>
  </property>
  <property fmtid="{D5CDD505-2E9C-101B-9397-08002B2CF9AE}" pid="6" name="MSIP_Label_f7606f69-b0ae-4874-be30-7d43a3c7be10_Method">
    <vt:lpwstr>Standard</vt:lpwstr>
  </property>
  <property fmtid="{D5CDD505-2E9C-101B-9397-08002B2CF9AE}" pid="7" name="MSIP_Label_f7606f69-b0ae-4874-be30-7d43a3c7be10_Name">
    <vt:lpwstr>defa4170-0d19-0005-0001-bc88714345d2</vt:lpwstr>
  </property>
  <property fmtid="{D5CDD505-2E9C-101B-9397-08002B2CF9AE}" pid="8" name="MSIP_Label_f7606f69-b0ae-4874-be30-7d43a3c7be10_SiteId">
    <vt:lpwstr>4130bd39-7c53-419c-b1e5-8758d6d63f21</vt:lpwstr>
  </property>
  <property fmtid="{D5CDD505-2E9C-101B-9397-08002B2CF9AE}" pid="9" name="MSIP_Label_f7606f69-b0ae-4874-be30-7d43a3c7be10_ActionId">
    <vt:lpwstr>e8e0e3cd-6669-4278-ab21-f3c13c1359ea</vt:lpwstr>
  </property>
  <property fmtid="{D5CDD505-2E9C-101B-9397-08002B2CF9AE}" pid="10" name="MSIP_Label_f7606f69-b0ae-4874-be30-7d43a3c7be10_ContentBits">
    <vt:lpwstr>0</vt:lpwstr>
  </property>
  <property fmtid="{D5CDD505-2E9C-101B-9397-08002B2CF9AE}" pid="11" name="MSIP_Label_f7606f69-b0ae-4874-be30-7d43a3c7be10_Tag">
    <vt:lpwstr>50, 3, 0, 1</vt:lpwstr>
  </property>
</Properties>
</file>