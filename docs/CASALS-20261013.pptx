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603" r:id="rId3"/>
    <p:sldId id="600" r:id="rId4"/>
    <p:sldId id="599" r:id="rId5"/>
    <p:sldId id="602" r:id="rId6"/>
    <p:sldId id="584" r:id="rId7"/>
    <p:sldId id="583" r:id="rId8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603"/>
            <p14:sldId id="600"/>
            <p14:sldId id="599"/>
            <p14:sldId id="602"/>
            <p14:sldId id="584"/>
            <p14:sldId id="583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6B2100D-FA14-4626-8144-BD1E5DB96F12}" v="19" dt="2026-10-10T22:32:39.37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 varScale="1">
        <p:scale>
          <a:sx n="159" d="100"/>
          <a:sy n="159" d="100"/>
        </p:scale>
        <p:origin x="258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10-10T22:40:30.665" v="3323" actId="21"/>
      <pc:docMkLst>
        <pc:docMk/>
      </pc:docMkLst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3570079766" sldId="571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682919965" sldId="572"/>
        </pc:sldMkLst>
      </pc:sldChg>
      <pc:sldChg chg="del">
        <pc:chgData name="Jiageng Zhong" userId="b52c9415-1ab4-4841-99d2-946641921277" providerId="ADAL" clId="{8EC3C21B-848A-4780-93CD-51C3A3128A88}" dt="2026-10-10T01:50:13.973" v="2274" actId="47"/>
        <pc:sldMkLst>
          <pc:docMk/>
          <pc:sldMk cId="1993469732" sldId="573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52992578" sldId="574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532852713" sldId="575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2168070692" sldId="576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3479097923" sldId="577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3981881105" sldId="578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2174094271" sldId="579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149061395" sldId="580"/>
        </pc:sldMkLst>
      </pc:sldChg>
      <pc:sldChg chg="del">
        <pc:chgData name="Jiageng Zhong" userId="b52c9415-1ab4-4841-99d2-946641921277" providerId="ADAL" clId="{8EC3C21B-848A-4780-93CD-51C3A3128A88}" dt="2026-10-10T01:57:44.711" v="2277" actId="2696"/>
        <pc:sldMkLst>
          <pc:docMk/>
          <pc:sldMk cId="821907803" sldId="581"/>
        </pc:sldMkLst>
      </pc:sldChg>
      <pc:sldChg chg="del">
        <pc:chgData name="Jiageng Zhong" userId="b52c9415-1ab4-4841-99d2-946641921277" providerId="ADAL" clId="{8EC3C21B-848A-4780-93CD-51C3A3128A88}" dt="2026-10-10T01:57:48.656" v="2278" actId="2696"/>
        <pc:sldMkLst>
          <pc:docMk/>
          <pc:sldMk cId="3556191564" sldId="582"/>
        </pc:sldMkLst>
      </pc:sldChg>
      <pc:sldChg chg="addSp delSp modSp mod ord">
        <pc:chgData name="Jiageng Zhong" userId="b52c9415-1ab4-4841-99d2-946641921277" providerId="ADAL" clId="{8EC3C21B-848A-4780-93CD-51C3A3128A88}" dt="2026-10-10T22:39:53.924" v="3322" actId="404"/>
        <pc:sldMkLst>
          <pc:docMk/>
          <pc:sldMk cId="1014741727" sldId="583"/>
        </pc:sldMkLst>
        <pc:spChg chg="add mod">
          <ac:chgData name="Jiageng Zhong" userId="b52c9415-1ab4-4841-99d2-946641921277" providerId="ADAL" clId="{8EC3C21B-848A-4780-93CD-51C3A3128A88}" dt="2026-10-10T22:39:53.924" v="3322" actId="404"/>
          <ac:spMkLst>
            <pc:docMk/>
            <pc:sldMk cId="1014741727" sldId="583"/>
            <ac:spMk id="5" creationId="{7AC6C926-DCBF-7203-A9DD-74E528CA15D1}"/>
          </ac:spMkLst>
        </pc:spChg>
        <pc:picChg chg="add mod ord">
          <ac:chgData name="Jiageng Zhong" userId="b52c9415-1ab4-4841-99d2-946641921277" providerId="ADAL" clId="{8EC3C21B-848A-4780-93CD-51C3A3128A88}" dt="2026-10-10T02:29:49.858" v="2363" actId="1076"/>
          <ac:picMkLst>
            <pc:docMk/>
            <pc:sldMk cId="1014741727" sldId="583"/>
            <ac:picMk id="4" creationId="{97699BEF-354A-DBD9-9A5A-F594A083C22A}"/>
          </ac:picMkLst>
        </pc:picChg>
        <pc:picChg chg="del">
          <ac:chgData name="Jiageng Zhong" userId="b52c9415-1ab4-4841-99d2-946641921277" providerId="ADAL" clId="{8EC3C21B-848A-4780-93CD-51C3A3128A88}" dt="2026-10-10T02:29:11.153" v="2357" actId="478"/>
          <ac:picMkLst>
            <pc:docMk/>
            <pc:sldMk cId="1014741727" sldId="583"/>
            <ac:picMk id="9" creationId="{30466B69-93C6-A0A3-B9D6-AFBFD12944ED}"/>
          </ac:picMkLst>
        </pc:picChg>
      </pc:sldChg>
      <pc:sldChg chg="addSp delSp modSp mod ord">
        <pc:chgData name="Jiageng Zhong" userId="b52c9415-1ab4-4841-99d2-946641921277" providerId="ADAL" clId="{8EC3C21B-848A-4780-93CD-51C3A3128A88}" dt="2026-10-10T18:55:59.053" v="2667"/>
        <pc:sldMkLst>
          <pc:docMk/>
          <pc:sldMk cId="665463517" sldId="584"/>
        </pc:sldMkLst>
        <pc:spChg chg="mod">
          <ac:chgData name="Jiageng Zhong" userId="b52c9415-1ab4-4841-99d2-946641921277" providerId="ADAL" clId="{8EC3C21B-848A-4780-93CD-51C3A3128A88}" dt="2026-10-10T02:23:59.257" v="2356" actId="1076"/>
          <ac:spMkLst>
            <pc:docMk/>
            <pc:sldMk cId="665463517" sldId="584"/>
            <ac:spMk id="12" creationId="{A6BBD25B-D331-2199-C0ED-097B9B59FC4D}"/>
          </ac:spMkLst>
        </pc:spChg>
        <pc:spChg chg="mod">
          <ac:chgData name="Jiageng Zhong" userId="b52c9415-1ab4-4841-99d2-946641921277" providerId="ADAL" clId="{8EC3C21B-848A-4780-93CD-51C3A3128A88}" dt="2026-10-10T02:23:53.170" v="2355" actId="1076"/>
          <ac:spMkLst>
            <pc:docMk/>
            <pc:sldMk cId="665463517" sldId="584"/>
            <ac:spMk id="13" creationId="{F76585B2-8702-FE3E-6D4A-53737C8E59B1}"/>
          </ac:spMkLst>
        </pc:spChg>
        <pc:spChg chg="mod">
          <ac:chgData name="Jiageng Zhong" userId="b52c9415-1ab4-4841-99d2-946641921277" providerId="ADAL" clId="{8EC3C21B-848A-4780-93CD-51C3A3128A88}" dt="2026-10-10T02:23:43.006" v="2353" actId="1076"/>
          <ac:spMkLst>
            <pc:docMk/>
            <pc:sldMk cId="665463517" sldId="584"/>
            <ac:spMk id="14" creationId="{CBD4419D-A367-DFA5-84E5-395C810F902B}"/>
          </ac:spMkLst>
        </pc:sp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4" creationId="{4CD70A6C-97E6-4DA0-21E0-0B1994690085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5" creationId="{191D13FE-FD17-6BC3-61CC-235E6AFC3CE8}"/>
          </ac:picMkLst>
        </pc:pic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6" creationId="{C730FA39-D9DA-3DFB-C6F8-44D064BA2C8D}"/>
          </ac:picMkLst>
        </pc:pic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8" creationId="{5E88412E-AFCA-E0CE-4392-3B74DDD6FF43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9" creationId="{12A3FFA2-D28A-4048-B3F1-2ACE99906422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11" creationId="{BD52CB14-2512-1F72-32B6-0DC712498203}"/>
          </ac:picMkLst>
        </pc:picChg>
      </pc:sldChg>
      <pc:sldChg chg="del">
        <pc:chgData name="Jiageng Zhong" userId="b52c9415-1ab4-4841-99d2-946641921277" providerId="ADAL" clId="{8EC3C21B-848A-4780-93CD-51C3A3128A88}" dt="2026-10-10T02:04:51.443" v="2282" actId="2696"/>
        <pc:sldMkLst>
          <pc:docMk/>
          <pc:sldMk cId="430923665" sldId="585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3653343407" sldId="586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3481458273" sldId="587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785831029" sldId="588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1386790318" sldId="589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1443314658" sldId="590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3140005117" sldId="591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2808179642" sldId="592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4186809654" sldId="593"/>
        </pc:sldMkLst>
      </pc:sldChg>
      <pc:sldChg chg="del">
        <pc:chgData name="Jiageng Zhong" userId="b52c9415-1ab4-4841-99d2-946641921277" providerId="ADAL" clId="{8EC3C21B-848A-4780-93CD-51C3A3128A88}" dt="2026-10-10T02:04:43.673" v="2281" actId="2696"/>
        <pc:sldMkLst>
          <pc:docMk/>
          <pc:sldMk cId="714234123" sldId="595"/>
        </pc:sldMkLst>
      </pc:sldChg>
      <pc:sldChg chg="addSp delSp modSp del mod modNotes">
        <pc:chgData name="Jiageng Zhong" userId="b52c9415-1ab4-4841-99d2-946641921277" providerId="ADAL" clId="{8EC3C21B-848A-4780-93CD-51C3A3128A88}" dt="2026-10-10T21:25:16.351" v="2994" actId="47"/>
        <pc:sldMkLst>
          <pc:docMk/>
          <pc:sldMk cId="1225217520" sldId="597"/>
        </pc:sldMkLst>
        <pc:spChg chg="mod">
          <ac:chgData name="Jiageng Zhong" userId="b52c9415-1ab4-4841-99d2-946641921277" providerId="ADAL" clId="{8EC3C21B-848A-4780-93CD-51C3A3128A88}" dt="2026-10-10T18:47:09.677" v="2480"/>
          <ac:spMkLst>
            <pc:docMk/>
            <pc:sldMk cId="1225217520" sldId="597"/>
            <ac:spMk id="2" creationId="{6DB70080-1D08-CE7C-17B2-8B153E415616}"/>
          </ac:spMkLst>
        </pc:spChg>
        <pc:spChg chg="add mod">
          <ac:chgData name="Jiageng Zhong" userId="b52c9415-1ab4-4841-99d2-946641921277" providerId="ADAL" clId="{8EC3C21B-848A-4780-93CD-51C3A3128A88}" dt="2026-10-10T18:47:09.854" v="2499" actId="948"/>
          <ac:spMkLst>
            <pc:docMk/>
            <pc:sldMk cId="1225217520" sldId="597"/>
            <ac:spMk id="3" creationId="{A68AB85C-1425-6C1D-81E0-808F93404C71}"/>
          </ac:spMkLst>
        </pc:spChg>
        <pc:spChg chg="add mod">
          <ac:chgData name="Jiageng Zhong" userId="b52c9415-1ab4-4841-99d2-946641921277" providerId="ADAL" clId="{8EC3C21B-848A-4780-93CD-51C3A3128A88}" dt="2026-10-10T18:48:03.020" v="2663" actId="20577"/>
          <ac:spMkLst>
            <pc:docMk/>
            <pc:sldMk cId="1225217520" sldId="597"/>
            <ac:spMk id="4" creationId="{DD3C4B92-077B-E5B3-013F-01CC11C0117D}"/>
          </ac:spMkLst>
        </pc:spChg>
        <pc:spChg chg="add mod">
          <ac:chgData name="Jiageng Zhong" userId="b52c9415-1ab4-4841-99d2-946641921277" providerId="ADAL" clId="{8EC3C21B-848A-4780-93CD-51C3A3128A88}" dt="2026-10-10T18:47:09.932" v="2533" actId="948"/>
          <ac:spMkLst>
            <pc:docMk/>
            <pc:sldMk cId="1225217520" sldId="597"/>
            <ac:spMk id="5" creationId="{1DDAEEFF-1295-8D4D-52AC-EC355195B846}"/>
          </ac:spMkLst>
        </pc:spChg>
        <pc:spChg chg="del">
          <ac:chgData name="Jiageng Zhong" userId="b52c9415-1ab4-4841-99d2-946641921277" providerId="ADAL" clId="{8EC3C21B-848A-4780-93CD-51C3A3128A88}" dt="2026-10-10T18:47:09.677" v="2482"/>
          <ac:spMkLst>
            <pc:docMk/>
            <pc:sldMk cId="1225217520" sldId="597"/>
            <ac:spMk id="6" creationId="{36982BD3-260A-6226-98DA-A4499CD4BB97}"/>
          </ac:spMkLst>
        </pc:spChg>
        <pc:spChg chg="add mod">
          <ac:chgData name="Jiageng Zhong" userId="b52c9415-1ab4-4841-99d2-946641921277" providerId="ADAL" clId="{8EC3C21B-848A-4780-93CD-51C3A3128A88}" dt="2026-10-10T18:47:09.959" v="2551" actId="947"/>
          <ac:spMkLst>
            <pc:docMk/>
            <pc:sldMk cId="1225217520" sldId="597"/>
            <ac:spMk id="7" creationId="{F30DD9DA-1A91-05BA-BDEA-D6F72CD55FFD}"/>
          </ac:spMkLst>
        </pc:spChg>
        <pc:spChg chg="del">
          <ac:chgData name="Jiageng Zhong" userId="b52c9415-1ab4-4841-99d2-946641921277" providerId="ADAL" clId="{8EC3C21B-848A-4780-93CD-51C3A3128A88}" dt="2026-10-10T18:47:09.677" v="2484"/>
          <ac:spMkLst>
            <pc:docMk/>
            <pc:sldMk cId="1225217520" sldId="597"/>
            <ac:spMk id="9" creationId="{072F2C99-8257-E58F-8DA9-5964EE40C56B}"/>
          </ac:spMkLst>
        </pc:spChg>
      </pc:sldChg>
      <pc:sldChg chg="addSp delSp modSp mod ord">
        <pc:chgData name="Jiageng Zhong" userId="b52c9415-1ab4-4841-99d2-946641921277" providerId="ADAL" clId="{8EC3C21B-848A-4780-93CD-51C3A3128A88}" dt="2026-10-10T21:24:42.199" v="2993" actId="1035"/>
        <pc:sldMkLst>
          <pc:docMk/>
          <pc:sldMk cId="696280670" sldId="599"/>
        </pc:sldMkLst>
        <pc:spChg chg="mod">
          <ac:chgData name="Jiageng Zhong" userId="b52c9415-1ab4-4841-99d2-946641921277" providerId="ADAL" clId="{8EC3C21B-848A-4780-93CD-51C3A3128A88}" dt="2026-10-10T18:14:32.691" v="2406" actId="1036"/>
          <ac:spMkLst>
            <pc:docMk/>
            <pc:sldMk cId="696280670" sldId="599"/>
            <ac:spMk id="2" creationId="{2AE4E296-B6AE-14EC-EF19-91C21075E06A}"/>
          </ac:spMkLst>
        </pc:spChg>
        <pc:picChg chg="add mo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4" creationId="{0CF47AA3-477C-8CE4-6C29-71D865B26717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4" creationId="{517364F6-E0B4-84E3-094C-7297D8443FC2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6" creationId="{424B967B-733E-FCB3-E970-9241F4CE3C95}"/>
          </ac:picMkLst>
        </pc:picChg>
        <pc:picChg chg="add mo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6" creationId="{8CC641A6-3DD3-0EC7-F0E7-5509B55971F8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8" creationId="{B21B3969-BC10-0F2E-D51A-70D1C0A1DF41}"/>
          </ac:picMkLst>
        </pc:picChg>
        <pc:picChg chg="add mod or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10" creationId="{B34A11F4-6407-6753-D9C9-0E995D4AAEB7}"/>
          </ac:picMkLst>
        </pc:picChg>
        <pc:picChg chg="add mod ord modCrop">
          <ac:chgData name="Jiageng Zhong" userId="b52c9415-1ab4-4841-99d2-946641921277" providerId="ADAL" clId="{8EC3C21B-848A-4780-93CD-51C3A3128A88}" dt="2026-10-10T21:24:42.199" v="2993" actId="1035"/>
          <ac:picMkLst>
            <pc:docMk/>
            <pc:sldMk cId="696280670" sldId="599"/>
            <ac:picMk id="12" creationId="{8B0EDE88-4DC1-8C82-0BB0-E7D9735DC0C0}"/>
          </ac:picMkLst>
        </pc:picChg>
      </pc:sldChg>
      <pc:sldChg chg="addSp delSp modSp add mod ord modNotes">
        <pc:chgData name="Jiageng Zhong" userId="b52c9415-1ab4-4841-99d2-946641921277" providerId="ADAL" clId="{8EC3C21B-848A-4780-93CD-51C3A3128A88}" dt="2026-10-10T22:38:44.269" v="3312" actId="1076"/>
        <pc:sldMkLst>
          <pc:docMk/>
          <pc:sldMk cId="3001170701" sldId="600"/>
        </pc:sldMkLst>
        <pc:spChg chg="mod">
          <ac:chgData name="Jiageng Zhong" userId="b52c9415-1ab4-4841-99d2-946641921277" providerId="ADAL" clId="{8EC3C21B-848A-4780-93CD-51C3A3128A88}" dt="2026-10-10T18:47:10.027" v="2555"/>
          <ac:spMkLst>
            <pc:docMk/>
            <pc:sldMk cId="3001170701" sldId="600"/>
            <ac:spMk id="2" creationId="{9A7FD0A7-0DCA-CC3D-9B88-560F56952188}"/>
          </ac:spMkLst>
        </pc:spChg>
        <pc:spChg chg="add del mod">
          <ac:chgData name="Jiageng Zhong" userId="b52c9415-1ab4-4841-99d2-946641921277" providerId="ADAL" clId="{8EC3C21B-848A-4780-93CD-51C3A3128A88}" dt="2026-10-10T21:24:11.868" v="2938" actId="478"/>
          <ac:spMkLst>
            <pc:docMk/>
            <pc:sldMk cId="3001170701" sldId="600"/>
            <ac:spMk id="12" creationId="{935F572A-16C6-999F-8BCF-3CD018672C65}"/>
          </ac:spMkLst>
        </pc:spChg>
        <pc:picChg chg="add mod modCrop">
          <ac:chgData name="Jiageng Zhong" userId="b52c9415-1ab4-4841-99d2-946641921277" providerId="ADAL" clId="{8EC3C21B-848A-4780-93CD-51C3A3128A88}" dt="2026-10-10T22:38:33.706" v="3310" actId="1035"/>
          <ac:picMkLst>
            <pc:docMk/>
            <pc:sldMk cId="3001170701" sldId="600"/>
            <ac:picMk id="4" creationId="{E6DA172B-A971-D181-2E71-926D819AE0FA}"/>
          </ac:picMkLst>
        </pc:picChg>
        <pc:picChg chg="add mod modCrop">
          <ac:chgData name="Jiageng Zhong" userId="b52c9415-1ab4-4841-99d2-946641921277" providerId="ADAL" clId="{8EC3C21B-848A-4780-93CD-51C3A3128A88}" dt="2026-10-10T22:38:44.269" v="3312" actId="1076"/>
          <ac:picMkLst>
            <pc:docMk/>
            <pc:sldMk cId="3001170701" sldId="600"/>
            <ac:picMk id="5" creationId="{01BFD37B-D303-B27A-13F3-6F8606BC215C}"/>
          </ac:picMkLst>
        </pc:picChg>
        <pc:picChg chg="add mod modCrop">
          <ac:chgData name="Jiageng Zhong" userId="b52c9415-1ab4-4841-99d2-946641921277" providerId="ADAL" clId="{8EC3C21B-848A-4780-93CD-51C3A3128A88}" dt="2026-10-10T22:38:42.091" v="3311" actId="1076"/>
          <ac:picMkLst>
            <pc:docMk/>
            <pc:sldMk cId="3001170701" sldId="600"/>
            <ac:picMk id="7" creationId="{1E2B1AFE-9F54-E8BF-6D38-19129357E2CE}"/>
          </ac:picMkLst>
        </pc:picChg>
        <pc:picChg chg="add del mod">
          <ac:chgData name="Jiageng Zhong" userId="b52c9415-1ab4-4841-99d2-946641921277" providerId="ADAL" clId="{8EC3C21B-848A-4780-93CD-51C3A3128A88}" dt="2026-10-10T21:24:10.297" v="2937" actId="478"/>
          <ac:picMkLst>
            <pc:docMk/>
            <pc:sldMk cId="3001170701" sldId="600"/>
            <ac:picMk id="9" creationId="{5832624D-BE59-5194-997D-7F4320F018D3}"/>
          </ac:picMkLst>
        </pc:picChg>
        <pc:picChg chg="add mod modCrop">
          <ac:chgData name="Jiageng Zhong" userId="b52c9415-1ab4-4841-99d2-946641921277" providerId="ADAL" clId="{8EC3C21B-848A-4780-93CD-51C3A3128A88}" dt="2026-10-10T22:38:42.091" v="3311" actId="1076"/>
          <ac:picMkLst>
            <pc:docMk/>
            <pc:sldMk cId="3001170701" sldId="600"/>
            <ac:picMk id="11" creationId="{01E3241C-4E1D-77DD-E3F5-85E397F125B6}"/>
          </ac:picMkLst>
        </pc:picChg>
      </pc:sldChg>
      <pc:sldChg chg="addSp modSp add del mod modNotes">
        <pc:chgData name="Jiageng Zhong" userId="b52c9415-1ab4-4841-99d2-946641921277" providerId="ADAL" clId="{8EC3C21B-848A-4780-93CD-51C3A3128A88}" dt="2026-10-10T21:25:22.115" v="2995" actId="47"/>
        <pc:sldMkLst>
          <pc:docMk/>
          <pc:sldMk cId="980106533" sldId="601"/>
        </pc:sldMkLst>
        <pc:spChg chg="mod">
          <ac:chgData name="Jiageng Zhong" userId="b52c9415-1ab4-4841-99d2-946641921277" providerId="ADAL" clId="{8EC3C21B-848A-4780-93CD-51C3A3128A88}" dt="2026-10-10T18:47:10.067" v="2563"/>
          <ac:spMkLst>
            <pc:docMk/>
            <pc:sldMk cId="980106533" sldId="601"/>
            <ac:spMk id="2" creationId="{FE52611D-E084-F7A1-371D-D66CCD261132}"/>
          </ac:spMkLst>
        </pc:spChg>
        <pc:spChg chg="add mod">
          <ac:chgData name="Jiageng Zhong" userId="b52c9415-1ab4-4841-99d2-946641921277" providerId="ADAL" clId="{8EC3C21B-848A-4780-93CD-51C3A3128A88}" dt="2026-10-10T18:47:10.092" v="2578" actId="948"/>
          <ac:spMkLst>
            <pc:docMk/>
            <pc:sldMk cId="980106533" sldId="601"/>
            <ac:spMk id="3" creationId="{CF921BA5-8628-47C6-133E-5F9010898CF7}"/>
          </ac:spMkLst>
        </pc:spChg>
        <pc:spChg chg="add mod">
          <ac:chgData name="Jiageng Zhong" userId="b52c9415-1ab4-4841-99d2-946641921277" providerId="ADAL" clId="{8EC3C21B-848A-4780-93CD-51C3A3128A88}" dt="2026-10-10T18:47:10.131" v="2597" actId="947"/>
          <ac:spMkLst>
            <pc:docMk/>
            <pc:sldMk cId="980106533" sldId="601"/>
            <ac:spMk id="4" creationId="{CDA68078-76A5-CB64-D18B-214785CAAC91}"/>
          </ac:spMkLst>
        </pc:spChg>
        <pc:spChg chg="add mod">
          <ac:chgData name="Jiageng Zhong" userId="b52c9415-1ab4-4841-99d2-946641921277" providerId="ADAL" clId="{8EC3C21B-848A-4780-93CD-51C3A3128A88}" dt="2026-10-10T18:47:10.155" v="2612" actId="948"/>
          <ac:spMkLst>
            <pc:docMk/>
            <pc:sldMk cId="980106533" sldId="601"/>
            <ac:spMk id="5" creationId="{E08CEFAF-AD77-EE8D-43ED-76584C475A9F}"/>
          </ac:spMkLst>
        </pc:spChg>
        <pc:spChg chg="add mod">
          <ac:chgData name="Jiageng Zhong" userId="b52c9415-1ab4-4841-99d2-946641921277" providerId="ADAL" clId="{8EC3C21B-848A-4780-93CD-51C3A3128A88}" dt="2026-10-10T18:48:03.054" v="2664" actId="20577"/>
          <ac:spMkLst>
            <pc:docMk/>
            <pc:sldMk cId="980106533" sldId="601"/>
            <ac:spMk id="6" creationId="{DF53B629-41F5-E3FC-A2CA-F0516550B02C}"/>
          </ac:spMkLst>
        </pc:spChg>
        <pc:spChg chg="add mod">
          <ac:chgData name="Jiageng Zhong" userId="b52c9415-1ab4-4841-99d2-946641921277" providerId="ADAL" clId="{8EC3C21B-848A-4780-93CD-51C3A3128A88}" dt="2026-10-10T18:47:10.208" v="2644" actId="948"/>
          <ac:spMkLst>
            <pc:docMk/>
            <pc:sldMk cId="980106533" sldId="601"/>
            <ac:spMk id="7" creationId="{25874364-1B66-3F2D-B490-99B914C26198}"/>
          </ac:spMkLst>
        </pc:spChg>
        <pc:spChg chg="add mod">
          <ac:chgData name="Jiageng Zhong" userId="b52c9415-1ab4-4841-99d2-946641921277" providerId="ADAL" clId="{8EC3C21B-848A-4780-93CD-51C3A3128A88}" dt="2026-10-10T18:48:03.054" v="2665" actId="20577"/>
          <ac:spMkLst>
            <pc:docMk/>
            <pc:sldMk cId="980106533" sldId="601"/>
            <ac:spMk id="8" creationId="{EE253430-083A-EF2A-B4CD-80063DB1A9D4}"/>
          </ac:spMkLst>
        </pc:spChg>
      </pc:sldChg>
      <pc:sldChg chg="addSp delSp modSp add mod ord modNotes">
        <pc:chgData name="Jiageng Zhong" userId="b52c9415-1ab4-4841-99d2-946641921277" providerId="ADAL" clId="{8EC3C21B-848A-4780-93CD-51C3A3128A88}" dt="2026-10-10T21:28:48.676" v="3089" actId="1036"/>
        <pc:sldMkLst>
          <pc:docMk/>
          <pc:sldMk cId="1291263270" sldId="602"/>
        </pc:sldMkLst>
        <pc:spChg chg="mod">
          <ac:chgData name="Jiageng Zhong" userId="b52c9415-1ab4-4841-99d2-946641921277" providerId="ADAL" clId="{8EC3C21B-848A-4780-93CD-51C3A3128A88}" dt="2026-10-10T21:25:51.089" v="3009" actId="20577"/>
          <ac:spMkLst>
            <pc:docMk/>
            <pc:sldMk cId="1291263270" sldId="602"/>
            <ac:spMk id="2" creationId="{2CB07816-984E-7634-FEDE-5BDF9C5A5C4B}"/>
          </ac:spMkLst>
        </pc:spChg>
        <pc:spChg chg="add del mod">
          <ac:chgData name="Jiageng Zhong" userId="b52c9415-1ab4-4841-99d2-946641921277" providerId="ADAL" clId="{8EC3C21B-848A-4780-93CD-51C3A3128A88}" dt="2026-10-10T21:25:39.946" v="3006" actId="478"/>
          <ac:spMkLst>
            <pc:docMk/>
            <pc:sldMk cId="1291263270" sldId="602"/>
            <ac:spMk id="3" creationId="{2FD32C3A-28AA-D402-FE2A-7D02F9EC6D43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4" creationId="{73943046-33C1-1F87-F70D-800BFA321172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6" creationId="{B7395240-2761-DEDC-A9FA-614DED22AA8A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7" creationId="{024D38AC-CA56-8DA0-9077-02C5A7FD2DD2}"/>
          </ac:spMkLst>
        </pc:spChg>
        <pc:spChg chg="add mod">
          <ac:chgData name="Jiageng Zhong" userId="b52c9415-1ab4-4841-99d2-946641921277" providerId="ADAL" clId="{8EC3C21B-848A-4780-93CD-51C3A3128A88}" dt="2026-10-10T21:28:48.676" v="3089" actId="1036"/>
          <ac:spMkLst>
            <pc:docMk/>
            <pc:sldMk cId="1291263270" sldId="602"/>
            <ac:spMk id="8" creationId="{93EF2CFB-6258-A7D3-7992-E73124338213}"/>
          </ac:spMkLst>
        </pc:spChg>
        <pc:spChg chg="add del mod">
          <ac:chgData name="Jiageng Zhong" userId="b52c9415-1ab4-4841-99d2-946641921277" providerId="ADAL" clId="{8EC3C21B-848A-4780-93CD-51C3A3128A88}" dt="2026-10-10T21:26:01.600" v="3010" actId="21"/>
          <ac:spMkLst>
            <pc:docMk/>
            <pc:sldMk cId="1291263270" sldId="602"/>
            <ac:spMk id="10" creationId="{1D01CBCC-33A0-02A1-2121-A7E62C0F0ED7}"/>
          </ac:spMkLst>
        </pc:spChg>
        <pc:spChg chg="del">
          <ac:chgData name="Jiageng Zhong" userId="b52c9415-1ab4-4841-99d2-946641921277" providerId="ADAL" clId="{8EC3C21B-848A-4780-93CD-51C3A3128A88}" dt="2026-10-10T19:00:37.718" v="2686"/>
          <ac:spMkLst>
            <pc:docMk/>
            <pc:sldMk cId="1291263270" sldId="602"/>
            <ac:spMk id="12" creationId="{A6BBD25B-D331-2199-C0ED-097B9B59FC4D}"/>
          </ac:spMkLst>
        </pc:spChg>
        <pc:spChg chg="del">
          <ac:chgData name="Jiageng Zhong" userId="b52c9415-1ab4-4841-99d2-946641921277" providerId="ADAL" clId="{8EC3C21B-848A-4780-93CD-51C3A3128A88}" dt="2026-10-10T19:00:37.718" v="2684"/>
          <ac:spMkLst>
            <pc:docMk/>
            <pc:sldMk cId="1291263270" sldId="602"/>
            <ac:spMk id="13" creationId="{F76585B2-8702-FE3E-6D4A-53737C8E59B1}"/>
          </ac:spMkLst>
        </pc:spChg>
        <pc:spChg chg="del">
          <ac:chgData name="Jiageng Zhong" userId="b52c9415-1ab4-4841-99d2-946641921277" providerId="ADAL" clId="{8EC3C21B-848A-4780-93CD-51C3A3128A88}" dt="2026-10-10T19:00:37.715" v="2682"/>
          <ac:spMkLst>
            <pc:docMk/>
            <pc:sldMk cId="1291263270" sldId="602"/>
            <ac:spMk id="14" creationId="{CBD4419D-A367-DFA5-84E5-395C810F902B}"/>
          </ac:spMkLst>
        </pc:spChg>
        <pc:spChg chg="add del mod">
          <ac:chgData name="Jiageng Zhong" userId="b52c9415-1ab4-4841-99d2-946641921277" providerId="ADAL" clId="{8EC3C21B-848A-4780-93CD-51C3A3128A88}" dt="2026-10-10T21:26:01.600" v="3010" actId="21"/>
          <ac:spMkLst>
            <pc:docMk/>
            <pc:sldMk cId="1291263270" sldId="602"/>
            <ac:spMk id="15" creationId="{19AAA4AA-47F9-E5A9-0C0A-E64868F5F520}"/>
          </ac:spMkLst>
        </pc:spChg>
        <pc:spChg chg="del">
          <ac:chgData name="Jiageng Zhong" userId="b52c9415-1ab4-4841-99d2-946641921277" providerId="ADAL" clId="{8EC3C21B-848A-4780-93CD-51C3A3128A88}" dt="2026-10-10T19:00:37.715" v="2680"/>
          <ac:spMkLst>
            <pc:docMk/>
            <pc:sldMk cId="1291263270" sldId="602"/>
            <ac:spMk id="16" creationId="{650753AC-3B9D-78D3-1D79-9CFF08E727B5}"/>
          </ac:spMkLst>
        </pc:spChg>
        <pc:spChg chg="add del mod">
          <ac:chgData name="Jiageng Zhong" userId="b52c9415-1ab4-4841-99d2-946641921277" providerId="ADAL" clId="{8EC3C21B-848A-4780-93CD-51C3A3128A88}" dt="2026-10-10T21:26:10.314" v="3012" actId="21"/>
          <ac:spMkLst>
            <pc:docMk/>
            <pc:sldMk cId="1291263270" sldId="602"/>
            <ac:spMk id="17" creationId="{AF7DF42A-F267-FEBD-EA45-8C99B23C6048}"/>
          </ac:spMkLst>
        </pc:spChg>
        <pc:picChg chg="del">
          <ac:chgData name="Jiageng Zhong" userId="b52c9415-1ab4-4841-99d2-946641921277" providerId="ADAL" clId="{8EC3C21B-848A-4780-93CD-51C3A3128A88}" dt="2026-10-10T19:00:37.725" v="2692"/>
          <ac:picMkLst>
            <pc:docMk/>
            <pc:sldMk cId="1291263270" sldId="602"/>
            <ac:picMk id="5" creationId="{191D13FE-FD17-6BC3-61CC-235E6AFC3CE8}"/>
          </ac:picMkLst>
        </pc:picChg>
        <pc:picChg chg="del">
          <ac:chgData name="Jiageng Zhong" userId="b52c9415-1ab4-4841-99d2-946641921277" providerId="ADAL" clId="{8EC3C21B-848A-4780-93CD-51C3A3128A88}" dt="2026-10-10T19:00:37.718" v="2690"/>
          <ac:picMkLst>
            <pc:docMk/>
            <pc:sldMk cId="1291263270" sldId="602"/>
            <ac:picMk id="9" creationId="{12A3FFA2-D28A-4048-B3F1-2ACE99906422}"/>
          </ac:picMkLst>
        </pc:picChg>
        <pc:picChg chg="del">
          <ac:chgData name="Jiageng Zhong" userId="b52c9415-1ab4-4841-99d2-946641921277" providerId="ADAL" clId="{8EC3C21B-848A-4780-93CD-51C3A3128A88}" dt="2026-10-10T19:00:37.718" v="2688"/>
          <ac:picMkLst>
            <pc:docMk/>
            <pc:sldMk cId="1291263270" sldId="602"/>
            <ac:picMk id="11" creationId="{BD52CB14-2512-1F72-32B6-0DC712498203}"/>
          </ac:picMkLst>
        </pc:picChg>
      </pc:sldChg>
      <pc:sldChg chg="addSp delSp modSp add mod ord">
        <pc:chgData name="Jiageng Zhong" userId="b52c9415-1ab4-4841-99d2-946641921277" providerId="ADAL" clId="{8EC3C21B-848A-4780-93CD-51C3A3128A88}" dt="2026-10-10T22:40:30.665" v="3323" actId="21"/>
        <pc:sldMkLst>
          <pc:docMk/>
          <pc:sldMk cId="625189414" sldId="603"/>
        </pc:sldMkLst>
        <pc:spChg chg="mod">
          <ac:chgData name="Jiageng Zhong" userId="b52c9415-1ab4-4841-99d2-946641921277" providerId="ADAL" clId="{8EC3C21B-848A-4780-93CD-51C3A3128A88}" dt="2026-10-10T22:25:56.905" v="3100" actId="20577"/>
          <ac:spMkLst>
            <pc:docMk/>
            <pc:sldMk cId="625189414" sldId="603"/>
            <ac:spMk id="2" creationId="{EE95ECD4-39D4-EEAD-D170-F4ACBC54F107}"/>
          </ac:spMkLst>
        </pc:spChg>
        <pc:spChg chg="add mod">
          <ac:chgData name="Jiageng Zhong" userId="b52c9415-1ab4-4841-99d2-946641921277" providerId="ADAL" clId="{8EC3C21B-848A-4780-93CD-51C3A3128A88}" dt="2026-10-10T22:40:30.665" v="3323" actId="21"/>
          <ac:spMkLst>
            <pc:docMk/>
            <pc:sldMk cId="625189414" sldId="603"/>
            <ac:spMk id="3" creationId="{FFAE3925-4C09-474E-839C-CDEE1B08EBA4}"/>
          </ac:spMkLst>
        </pc:spChg>
        <pc:picChg chg="del">
          <ac:chgData name="Jiageng Zhong" userId="b52c9415-1ab4-4841-99d2-946641921277" providerId="ADAL" clId="{8EC3C21B-848A-4780-93CD-51C3A3128A88}" dt="2026-10-10T21:28:56.602" v="3093" actId="21"/>
          <ac:picMkLst>
            <pc:docMk/>
            <pc:sldMk cId="625189414" sldId="603"/>
            <ac:picMk id="4" creationId="{BC67CBE1-FA25-03B1-E0DE-6775CC4BF13A}"/>
          </ac:picMkLst>
        </pc:picChg>
        <pc:picChg chg="del">
          <ac:chgData name="Jiageng Zhong" userId="b52c9415-1ab4-4841-99d2-946641921277" providerId="ADAL" clId="{8EC3C21B-848A-4780-93CD-51C3A3128A88}" dt="2026-10-10T21:28:56.602" v="3093" actId="21"/>
          <ac:picMkLst>
            <pc:docMk/>
            <pc:sldMk cId="625189414" sldId="603"/>
            <ac:picMk id="5" creationId="{69AA0F43-A7C9-EBC8-512E-E87B139FAD5D}"/>
          </ac:picMkLst>
        </pc:picChg>
        <pc:picChg chg="del">
          <ac:chgData name="Jiageng Zhong" userId="b52c9415-1ab4-4841-99d2-946641921277" providerId="ADAL" clId="{8EC3C21B-848A-4780-93CD-51C3A3128A88}" dt="2026-10-10T21:28:56.602" v="3093" actId="21"/>
          <ac:picMkLst>
            <pc:docMk/>
            <pc:sldMk cId="625189414" sldId="603"/>
            <ac:picMk id="7" creationId="{65DFC8F1-097A-D69E-CC62-DB190C6026F5}"/>
          </ac:picMkLst>
        </pc:picChg>
        <pc:picChg chg="del">
          <ac:chgData name="Jiageng Zhong" userId="b52c9415-1ab4-4841-99d2-946641921277" providerId="ADAL" clId="{8EC3C21B-848A-4780-93CD-51C3A3128A88}" dt="2026-10-10T22:25:59.011" v="3101" actId="478"/>
          <ac:picMkLst>
            <pc:docMk/>
            <pc:sldMk cId="625189414" sldId="603"/>
            <ac:picMk id="11" creationId="{C45E3CD7-121E-707B-5E41-7A65A53B7D6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10/10/2026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EE528-C9C7-115B-4614-007EEF0A4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819BAA-CB5E-F4E3-359B-D8C1DBBF7D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C11DBB-0AB4-4274-DF51-337FB2BD4E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Source: notebooks/07_georeferencing_geometry.ipynb, section ECEF geometry and H1/H2 mapping; research/geolocation/bin_georeferencing_audit/run_audit.py::bin_to_xyz. The displayed H2 bin-center interpolation is research-supported. The closure shown is internal consistency, not independent absolute accuracy.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26F882-B7C6-85B8-21E7-7C49F5510B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658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Source: notebooks/07_georeferencing_geometry.ipynb, section ECEF geometry and H1/H2 mapping; research/geolocation/bin_georeferencing_audit/run_audit.py::bin_to_xyz. The displayed H2 bin-center interpolation is research-supported. The closure shown is internal consistency, not independent absolute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36824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Sources: notebooks/02_refh_classification.ipynb (H5-only prediction flow); casals_l1b/classification.py (DEFAULT_CONFIG, build_ground_grid, sample_ground_grid_idw, classify_points_baseline, compute_group_robust_z, compute_scanline_features); outputs/classification/full_20261009/casals_l1b_20241118T171757_001_02/casals_l1b_20241118T171757_001_02_run_metadata.json (actual run settings and counts for the H5 shown on the preceding slide).</a:t>
            </a:r>
          </a:p>
          <a:p>
            <a:r>
              <a:rPr lang="en-US"/>
              <a:t>This specific H5 run uses rule_combined_v1, with no reference supplied; metadata records evaluation.status = not_run. Counts: class 1 = 893,771; class 2 = 2,346,855; class 7 = 363,854 (3,604,480 pulses total).</a:t>
            </a:r>
          </a:p>
          <a:p>
            <a:r>
              <a:rPr lang="en-US"/>
              <a:t>Ground support candidates require finite XYZ and refh_snr &gt;= 5. A 15 m grid stores the 2nd-percentile elevation per cell. Missing cell estimates use inverse distance weighting from up to 12 cells, power 2, within 30 m. HAG = refh elevation minus sampled local ground. Class 2 is assigned when |HAG| &lt;= 1.5 m.</a:t>
            </a:r>
          </a:p>
          <a:p>
            <a:r>
              <a:rPr lang="en-US"/>
              <a:t>Class 7 baseline rules: HAG below the ground band (&lt; -1.5 m), HAG &gt; 30 m, or 5 m neighborhood density &lt; 0.02 points/m3 among points remaining after height rules. The local density is the number of points in a 5 m 3D-radius sphere divided by that sphere volume. Non-finite HAG with a valid DTM is also class 7. The enabled scanline rule flags remaining class-1 points with per-track robust HAG z 35–55, HAG 8–15 m, and 5 m density &gt;=2 points/m3; tracks need &gt;=30 points. Robust z uses absolute deviation from track median divided by scaled median absolute deviation. Sweep z is disabled.</a:t>
            </a:r>
          </a:p>
          <a:p>
            <a:r>
              <a:rPr lang="en-US"/>
              <a:t>Class 1 includes no-usable-DTM points and valid-HAG points left after the ground/noise rules. It is a residual LAS class, not a land-cover label. Near-ground guard, signal/density noise, below-ground refinement, and DTM-support confidence are disabled in this run. These deterministic rules are not independent ground truth or an absolute-accuracy certification.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41760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3DE3BD-E474-17C2-3890-A404B17CC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E95ECD4-39D4-EEAD-D170-F4ACBC54F107}"/>
              </a:ext>
            </a:extLst>
          </p:cNvPr>
          <p:cNvSpPr txBox="1"/>
          <p:nvPr/>
        </p:nvSpPr>
        <p:spPr>
          <a:xfrm>
            <a:off x="227066" y="141706"/>
            <a:ext cx="17972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CASALS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FAE3925-4C09-474E-839C-CDEE1B08EBA4}"/>
              </a:ext>
            </a:extLst>
          </p:cNvPr>
          <p:cNvSpPr txBox="1"/>
          <p:nvPr/>
        </p:nvSpPr>
        <p:spPr>
          <a:xfrm>
            <a:off x="554637" y="671691"/>
            <a:ext cx="10726961" cy="55004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Current Data Products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L0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Raw LiDAR data in TDMS format.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L1A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Structured HDF5 data.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highlight>
                  <a:srgbClr val="FFFF00"/>
                </a:highlight>
                <a:latin typeface="Arial" panose="020B0604020202020204" pitchFamily="34" charset="0"/>
                <a:cs typeface="Arial" panose="020B0604020202020204" pitchFamily="34" charset="0"/>
              </a:rPr>
              <a:t>L1B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Geolocated reference height and full transmit/receive waveforms.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Future Level-2 Products</a:t>
            </a:r>
          </a:p>
          <a:p>
            <a:pPr>
              <a:lnSpc>
                <a:spcPct val="130000"/>
              </a:lnSpc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Potential products </a:t>
            </a:r>
            <a:r>
              <a:rPr lang="en-US" altLang="zh-CN" sz="1600" b="1" dirty="0">
                <a:latin typeface="Arial" panose="020B0604020202020204" pitchFamily="34" charset="0"/>
                <a:cs typeface="Arial" panose="020B0604020202020204" pitchFamily="34" charset="0"/>
              </a:rPr>
              <a:t>may</a:t>
            </a:r>
            <a:r>
              <a:rPr lang="en-US" altLang="zh-CN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include: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3D multi-return point clouds derived from waveform decomposition and geolocation.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Point classification: Ground, vegetation, buildings, water, and noise.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DSM / DTM: Surface and terrain elevation models.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Vegetation metrics: Canopy height and vertical structure.</a:t>
            </a:r>
          </a:p>
          <a:p>
            <a:pPr lvl="0">
              <a:lnSpc>
                <a:spcPct val="130000"/>
              </a:lnSpc>
            </a:pP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30000"/>
              </a:lnSpc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Vegetation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Full waveforms can reveal multiple canopy layers and potentially ground beneath vegetation.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Water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Near-infrared light is strongly absorbed by water, limiting bathymetric applications. 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Buildings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Measurements generally provide less additional benefit than for vegetation.</a:t>
            </a:r>
          </a:p>
          <a:p>
            <a:pPr lvl="0" indent="-285750">
              <a:lnSpc>
                <a:spcPct val="130000"/>
              </a:lnSpc>
              <a:buFont typeface="Arial" panose="020B0604020202020204" pitchFamily="34" charset="0"/>
              <a:buChar char="•"/>
            </a:pP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Terrain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: Ground elevation and topographic mapping, especially where vegetation obscures the surface.</a:t>
            </a:r>
          </a:p>
        </p:txBody>
      </p:sp>
    </p:spTree>
    <p:extLst>
      <p:ext uri="{BB962C8B-B14F-4D97-AF65-F5344CB8AC3E}">
        <p14:creationId xmlns:p14="http://schemas.microsoft.com/office/powerpoint/2010/main" val="6251894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7064-0C79-0345-1725-F8CD64CB3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7FD0A7-0DCA-CC3D-9B88-560F56952188}"/>
              </a:ext>
            </a:extLst>
          </p:cNvPr>
          <p:cNvSpPr txBox="1"/>
          <p:nvPr/>
        </p:nvSpPr>
        <p:spPr>
          <a:xfrm>
            <a:off x="227066" y="141706"/>
            <a:ext cx="54610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</a:rPr>
              <a:t>RX bin mapping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E6DA172B-A971-D181-2E71-926D819AE0F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4382" b="4091"/>
          <a:stretch>
            <a:fillRect/>
          </a:stretch>
        </p:blipFill>
        <p:spPr>
          <a:xfrm>
            <a:off x="71953" y="4337387"/>
            <a:ext cx="12063085" cy="2168346"/>
          </a:xfrm>
          <a:prstGeom prst="rect">
            <a:avLst/>
          </a:prstGeom>
        </p:spPr>
      </p:pic>
      <p:pic>
        <p:nvPicPr>
          <p:cNvPr id="5" name="Picture 4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01BFD37B-D303-B27A-13F3-6F8606BC215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" t="18966" r="63307" b="43427"/>
          <a:stretch>
            <a:fillRect/>
          </a:stretch>
        </p:blipFill>
        <p:spPr>
          <a:xfrm>
            <a:off x="1538427" y="1294775"/>
            <a:ext cx="4305175" cy="2636020"/>
          </a:xfrm>
          <a:prstGeom prst="rect">
            <a:avLst/>
          </a:prstGeom>
        </p:spPr>
      </p:pic>
      <p:pic>
        <p:nvPicPr>
          <p:cNvPr id="7" name="Picture 6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1E2B1AFE-9F54-E8BF-6D38-19129357E2C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677" t="10827" r="24447" b="38383"/>
          <a:stretch>
            <a:fillRect/>
          </a:stretch>
        </p:blipFill>
        <p:spPr>
          <a:xfrm>
            <a:off x="7791888" y="448206"/>
            <a:ext cx="2497362" cy="3750539"/>
          </a:xfrm>
          <a:prstGeom prst="rect">
            <a:avLst/>
          </a:prstGeom>
        </p:spPr>
      </p:pic>
      <p:pic>
        <p:nvPicPr>
          <p:cNvPr id="11" name="Picture 10" descr="Notebook figure showing a selected RX bin mapped between RWSTART and RWSTOP in ECEF with H1/H2 internal closure.">
            <a:extLst>
              <a:ext uri="{FF2B5EF4-FFF2-40B4-BE49-F238E27FC236}">
                <a16:creationId xmlns:a16="http://schemas.microsoft.com/office/drawing/2014/main" id="{01E3241C-4E1D-77DD-E3F5-85E397F125B6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000" t="12096" r="12815" b="78274"/>
          <a:stretch>
            <a:fillRect/>
          </a:stretch>
        </p:blipFill>
        <p:spPr>
          <a:xfrm>
            <a:off x="10400176" y="508958"/>
            <a:ext cx="1444086" cy="732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170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97FA-CDFB-9F85-8BCC-B3A68D7A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34A11F4-6407-6753-D9C9-0E995D4AAE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550" b="13422"/>
          <a:stretch>
            <a:fillRect/>
          </a:stretch>
        </p:blipFill>
        <p:spPr>
          <a:xfrm>
            <a:off x="2176572" y="3792516"/>
            <a:ext cx="10015428" cy="2314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0EDE88-4DC1-8C82-0BB0-E7D9735DC0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7" t="12379" r="74051" b="19935"/>
          <a:stretch>
            <a:fillRect/>
          </a:stretch>
        </p:blipFill>
        <p:spPr>
          <a:xfrm>
            <a:off x="-30916" y="3855474"/>
            <a:ext cx="2207488" cy="207395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E4E296-B6AE-14EC-EF19-91C21075E06A}"/>
              </a:ext>
            </a:extLst>
          </p:cNvPr>
          <p:cNvSpPr txBox="1"/>
          <p:nvPr/>
        </p:nvSpPr>
        <p:spPr>
          <a:xfrm>
            <a:off x="227066" y="150700"/>
            <a:ext cx="1505540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F47AA3-477C-8CE4-6C29-71D865B2671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" t="16548" r="73301" b="12672"/>
          <a:stretch>
            <a:fillRect/>
          </a:stretch>
        </p:blipFill>
        <p:spPr>
          <a:xfrm>
            <a:off x="0" y="1330099"/>
            <a:ext cx="2256734" cy="216047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CC641A6-3DD3-0EC7-F0E7-5509B55971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4326" t="21735" r="7449" b="12672"/>
          <a:stretch>
            <a:fillRect/>
          </a:stretch>
        </p:blipFill>
        <p:spPr>
          <a:xfrm>
            <a:off x="2256734" y="1225389"/>
            <a:ext cx="6310359" cy="256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6280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5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4" name="Classification text 658cf230">
            <a:extLst>
              <a:ext uri="{FF2B5EF4-FFF2-40B4-BE49-F238E27FC236}">
                <a16:creationId xmlns:a16="http://schemas.microsoft.com/office/drawing/2014/main" id="{73943046-33C1-1F87-F70D-800BFA321172}"/>
              </a:ext>
            </a:extLst>
          </p:cNvPr>
          <p:cNvSpPr txBox="1"/>
          <p:nvPr/>
        </p:nvSpPr>
        <p:spPr>
          <a:xfrm>
            <a:off x="720361" y="1010418"/>
            <a:ext cx="32385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500"/>
              </a:spcAft>
            </a:pPr>
            <a:r>
              <a:rPr lang="en-US" sz="2000" b="1" dirty="0">
                <a:latin typeface="Arial" panose="020B0604020202020204" pitchFamily="34" charset="0"/>
              </a:rPr>
              <a:t>GROUND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lassification text 5f0808c3">
                <a:extLst>
                  <a:ext uri="{FF2B5EF4-FFF2-40B4-BE49-F238E27FC236}">
                    <a16:creationId xmlns:a16="http://schemas.microsoft.com/office/drawing/2014/main" id="{B7395240-2761-DEDC-A9FA-614DED22AA8A}"/>
                  </a:ext>
                </a:extLst>
              </p:cNvPr>
              <p:cNvSpPr txBox="1"/>
              <p:nvPr/>
            </p:nvSpPr>
            <p:spPr>
              <a:xfrm>
                <a:off x="720360" y="1442218"/>
                <a:ext cx="7470265" cy="2032000"/>
              </a:xfrm>
              <a:prstGeom prst="rect">
                <a:avLst/>
              </a:prstGeom>
              <a:noFill/>
            </p:spPr>
            <p:txBody>
              <a:bodyPr vert="horz" wrap="square" lIns="0" tIns="0" rIns="0" bIns="0" rtlCol="0" anchor="t">
                <a:noAutofit/>
              </a:bodyPr>
              <a:lstStyle/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Local surface: 15 m grid from finite XYZ points with </a:t>
                </a:r>
                <a14:m>
                  <m:oMath xmlns:m="http://schemas.openxmlformats.org/officeDocument/2006/math">
                    <m:r>
                      <a:rPr lang="en-US" sz="1550" i="1" dirty="0" smtClean="0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𝑟𝑒𝑓</m:t>
                    </m:r>
                    <m:sSub>
                      <m:sSubPr>
                        <m:ctrlP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ℎ</m:t>
                        </m:r>
                      </m:e>
                      <m:sub>
                        <m:r>
                          <a:rPr lang="en-US" sz="1550" i="1" dirty="0" smtClean="0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𝑠𝑛𝑟</m:t>
                        </m:r>
                      </m:sub>
                    </m:sSub>
                  </m:oMath>
                </a14:m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 ≥ 5</a:t>
                </a:r>
              </a:p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each cell uses the 2nd-percentile elevation.</a:t>
                </a:r>
              </a:p>
              <a:p>
                <a:pPr marL="285750" indent="-285750">
                  <a:spcAft>
                    <a:spcPts val="500"/>
                  </a:spcAft>
                  <a:buFont typeface="Arial" panose="020B0604020202020204" pitchFamily="34" charset="0"/>
                  <a:buChar char="•"/>
                </a:pPr>
                <a:r>
                  <a:rPr lang="en-US" sz="1550" dirty="0">
                    <a:solidFill>
                      <a:srgbClr val="000000"/>
                    </a:solidFill>
                    <a:latin typeface="Arial" panose="020B0604020202020204" pitchFamily="34" charset="0"/>
                  </a:rPr>
                  <a:t>Assign ground when height ≤ 1 m.</a:t>
                </a:r>
              </a:p>
            </p:txBody>
          </p:sp>
        </mc:Choice>
        <mc:Fallback>
          <p:sp>
            <p:nvSpPr>
              <p:cNvPr id="6" name="Classification text 5f0808c3">
                <a:extLst>
                  <a:ext uri="{FF2B5EF4-FFF2-40B4-BE49-F238E27FC236}">
                    <a16:creationId xmlns:a16="http://schemas.microsoft.com/office/drawing/2014/main" id="{B7395240-2761-DEDC-A9FA-614DED22AA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0360" y="1442218"/>
                <a:ext cx="7470265" cy="2032000"/>
              </a:xfrm>
              <a:prstGeom prst="rect">
                <a:avLst/>
              </a:prstGeom>
              <a:blipFill>
                <a:blip r:embed="rId3"/>
                <a:stretch>
                  <a:fillRect l="-1468" t="-30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lassification text 0867bf04">
            <a:extLst>
              <a:ext uri="{FF2B5EF4-FFF2-40B4-BE49-F238E27FC236}">
                <a16:creationId xmlns:a16="http://schemas.microsoft.com/office/drawing/2014/main" id="{024D38AC-CA56-8DA0-9077-02C5A7FD2DD2}"/>
              </a:ext>
            </a:extLst>
          </p:cNvPr>
          <p:cNvSpPr txBox="1"/>
          <p:nvPr/>
        </p:nvSpPr>
        <p:spPr>
          <a:xfrm>
            <a:off x="720360" y="2458218"/>
            <a:ext cx="4572000" cy="369332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500"/>
              </a:spcAft>
            </a:pPr>
            <a:r>
              <a:rPr lang="en-US" sz="2000" b="1" dirty="0">
                <a:latin typeface="Arial" panose="020B0604020202020204" pitchFamily="34" charset="0"/>
              </a:rPr>
              <a:t>NOISE</a:t>
            </a:r>
          </a:p>
        </p:txBody>
      </p:sp>
      <p:sp>
        <p:nvSpPr>
          <p:cNvPr id="8" name="Classification text 8dafb5e3">
            <a:extLst>
              <a:ext uri="{FF2B5EF4-FFF2-40B4-BE49-F238E27FC236}">
                <a16:creationId xmlns:a16="http://schemas.microsoft.com/office/drawing/2014/main" id="{93EF2CFB-6258-A7D3-7992-E73124338213}"/>
              </a:ext>
            </a:extLst>
          </p:cNvPr>
          <p:cNvSpPr txBox="1"/>
          <p:nvPr/>
        </p:nvSpPr>
        <p:spPr>
          <a:xfrm>
            <a:off x="720360" y="2854124"/>
            <a:ext cx="10108618" cy="1655205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 marL="285750" indent="-28575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sz="1550" dirty="0">
                <a:solidFill>
                  <a:srgbClr val="000000"/>
                </a:solidFill>
                <a:latin typeface="Arial" panose="020B0604020202020204" pitchFamily="34" charset="0"/>
              </a:rPr>
              <a:t>Height &lt; −1 m or &gt; 30 m; or 5 m local point density &lt; 0.02 pts/m³ among remaining points.</a:t>
            </a:r>
          </a:p>
        </p:txBody>
      </p:sp>
    </p:spTree>
    <p:extLst>
      <p:ext uri="{BB962C8B-B14F-4D97-AF65-F5344CB8AC3E}">
        <p14:creationId xmlns:p14="http://schemas.microsoft.com/office/powerpoint/2010/main" val="12912632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1D13FE-FD17-6BC3-61CC-235E6AFC3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5" y="61346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A3FFA2-D28A-4048-B3F1-2ACE99906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4" y="454842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52CB14-2512-1F72-32B6-0DC7124982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8" t="36219" r="10074" b="42889"/>
          <a:stretch>
            <a:fillRect/>
          </a:stretch>
        </p:blipFill>
        <p:spPr>
          <a:xfrm>
            <a:off x="486984" y="258094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BBD25B-D331-2199-C0ED-097B9B59FC4D}"/>
              </a:ext>
            </a:extLst>
          </p:cNvPr>
          <p:cNvSpPr txBox="1"/>
          <p:nvPr/>
        </p:nvSpPr>
        <p:spPr>
          <a:xfrm>
            <a:off x="486984" y="2154279"/>
            <a:ext cx="135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Points</a:t>
            </a: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585B2-8702-FE3E-6D4A-53737C8E59B1}"/>
              </a:ext>
            </a:extLst>
          </p:cNvPr>
          <p:cNvSpPr txBox="1"/>
          <p:nvPr/>
        </p:nvSpPr>
        <p:spPr>
          <a:xfrm>
            <a:off x="486984" y="413184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Filtered 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4419D-A367-DFA5-84E5-395C810F902B}"/>
              </a:ext>
            </a:extLst>
          </p:cNvPr>
          <p:cNvSpPr txBox="1"/>
          <p:nvPr/>
        </p:nvSpPr>
        <p:spPr>
          <a:xfrm>
            <a:off x="486984" y="609932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Ground Points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53AC-3B9D-78D3-1D79-9CFF08E727B5}"/>
              </a:ext>
            </a:extLst>
          </p:cNvPr>
          <p:cNvSpPr txBox="1"/>
          <p:nvPr/>
        </p:nvSpPr>
        <p:spPr>
          <a:xfrm>
            <a:off x="6413500" y="187872"/>
            <a:ext cx="483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Data: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699BEF-354A-DBD9-9A5A-F594A083C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75" y="372538"/>
            <a:ext cx="10562812" cy="60146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1215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DSM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7459E-61C4-F6EB-C371-A91E18F0F84E}"/>
              </a:ext>
            </a:extLst>
          </p:cNvPr>
          <p:cNvSpPr txBox="1"/>
          <p:nvPr/>
        </p:nvSpPr>
        <p:spPr>
          <a:xfrm>
            <a:off x="2820987" y="6155437"/>
            <a:ext cx="655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DSM is generated using points whose SNR&gt;=4.5.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6C926-DCBF-7203-A9DD-74E528CA15D1}"/>
              </a:ext>
            </a:extLst>
          </p:cNvPr>
          <p:cNvSpPr txBox="1"/>
          <p:nvPr/>
        </p:nvSpPr>
        <p:spPr>
          <a:xfrm>
            <a:off x="7581275" y="148565"/>
            <a:ext cx="458844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7245</TotalTime>
  <Words>764</Words>
  <Application>Microsoft Office PowerPoint</Application>
  <PresentationFormat>Widescreen</PresentationFormat>
  <Paragraphs>49</Paragraphs>
  <Slides>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Cambria Math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2026-10-10T22:40:39Z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